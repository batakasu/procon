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9" r:id="rId2"/>
    <p:sldId id="271" r:id="rId3"/>
    <p:sldId id="270" r:id="rId4"/>
    <p:sldId id="262" r:id="rId5"/>
    <p:sldId id="272" r:id="rId6"/>
    <p:sldId id="263" r:id="rId7"/>
    <p:sldId id="264" r:id="rId8"/>
    <p:sldId id="265" r:id="rId9"/>
    <p:sldId id="269"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B9FF"/>
    <a:srgbClr val="FFA700"/>
    <a:srgbClr val="17008C"/>
    <a:srgbClr val="4925FF"/>
    <a:srgbClr val="0C0046"/>
    <a:srgbClr val="FBFAFF"/>
    <a:srgbClr val="6C4FFF"/>
    <a:srgbClr val="100060"/>
    <a:srgbClr val="DA9100"/>
    <a:srgbClr val="C2BF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1" autoAdjust="0"/>
    <p:restoredTop sz="93697" autoAdjust="0"/>
  </p:normalViewPr>
  <p:slideViewPr>
    <p:cSldViewPr snapToGrid="0">
      <p:cViewPr varScale="1">
        <p:scale>
          <a:sx n="101" d="100"/>
          <a:sy n="101" d="100"/>
        </p:scale>
        <p:origin x="246" y="132"/>
      </p:cViewPr>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3A1DA9-1FF0-4907-93D0-A97665601F69}" type="datetimeFigureOut">
              <a:rPr kumimoji="1" lang="ja-JP" altLang="en-US" smtClean="0"/>
              <a:t>2026/10/8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61C3B2-4AB5-43B7-BDF2-308090F9248F}" type="slidenum">
              <a:rPr kumimoji="1" lang="ja-JP" altLang="en-US" smtClean="0"/>
              <a:t>‹#›</a:t>
            </a:fld>
            <a:endParaRPr kumimoji="1" lang="ja-JP" altLang="en-US"/>
          </a:p>
        </p:txBody>
      </p:sp>
    </p:spTree>
    <p:extLst>
      <p:ext uri="{BB962C8B-B14F-4D97-AF65-F5344CB8AC3E}">
        <p14:creationId xmlns:p14="http://schemas.microsoft.com/office/powerpoint/2010/main" val="9442891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661C3B2-4AB5-43B7-BDF2-308090F9248F}" type="slidenum">
              <a:rPr kumimoji="1" lang="ja-JP" altLang="en-US" smtClean="0"/>
              <a:t>1</a:t>
            </a:fld>
            <a:endParaRPr kumimoji="1" lang="ja-JP" altLang="en-US"/>
          </a:p>
        </p:txBody>
      </p:sp>
    </p:spTree>
    <p:extLst>
      <p:ext uri="{BB962C8B-B14F-4D97-AF65-F5344CB8AC3E}">
        <p14:creationId xmlns:p14="http://schemas.microsoft.com/office/powerpoint/2010/main" val="1925302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661C3B2-4AB5-43B7-BDF2-308090F9248F}" type="slidenum">
              <a:rPr kumimoji="1" lang="ja-JP" altLang="en-US" smtClean="0"/>
              <a:t>2</a:t>
            </a:fld>
            <a:endParaRPr kumimoji="1" lang="ja-JP" altLang="en-US"/>
          </a:p>
        </p:txBody>
      </p:sp>
    </p:spTree>
    <p:extLst>
      <p:ext uri="{BB962C8B-B14F-4D97-AF65-F5344CB8AC3E}">
        <p14:creationId xmlns:p14="http://schemas.microsoft.com/office/powerpoint/2010/main" val="1686259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661C3B2-4AB5-43B7-BDF2-308090F9248F}" type="slidenum">
              <a:rPr kumimoji="1" lang="ja-JP" altLang="en-US" smtClean="0"/>
              <a:t>3</a:t>
            </a:fld>
            <a:endParaRPr kumimoji="1" lang="ja-JP" altLang="en-US"/>
          </a:p>
        </p:txBody>
      </p:sp>
    </p:spTree>
    <p:extLst>
      <p:ext uri="{BB962C8B-B14F-4D97-AF65-F5344CB8AC3E}">
        <p14:creationId xmlns:p14="http://schemas.microsoft.com/office/powerpoint/2010/main" val="2948008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3661C3B2-4AB5-43B7-BDF2-308090F9248F}" type="slidenum">
              <a:rPr kumimoji="1" lang="ja-JP" altLang="en-US" smtClean="0"/>
              <a:t>4</a:t>
            </a:fld>
            <a:endParaRPr kumimoji="1" lang="ja-JP" altLang="en-US"/>
          </a:p>
        </p:txBody>
      </p:sp>
    </p:spTree>
    <p:extLst>
      <p:ext uri="{BB962C8B-B14F-4D97-AF65-F5344CB8AC3E}">
        <p14:creationId xmlns:p14="http://schemas.microsoft.com/office/powerpoint/2010/main" val="1179258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3661C3B2-4AB5-43B7-BDF2-308090F9248F}" type="slidenum">
              <a:rPr kumimoji="1" lang="ja-JP" altLang="en-US" smtClean="0"/>
              <a:t>5</a:t>
            </a:fld>
            <a:endParaRPr kumimoji="1" lang="ja-JP" altLang="en-US"/>
          </a:p>
        </p:txBody>
      </p:sp>
    </p:spTree>
    <p:extLst>
      <p:ext uri="{BB962C8B-B14F-4D97-AF65-F5344CB8AC3E}">
        <p14:creationId xmlns:p14="http://schemas.microsoft.com/office/powerpoint/2010/main" val="1782252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661C3B2-4AB5-43B7-BDF2-308090F9248F}" type="slidenum">
              <a:rPr kumimoji="1" lang="ja-JP" altLang="en-US" smtClean="0"/>
              <a:t>6</a:t>
            </a:fld>
            <a:endParaRPr kumimoji="1" lang="ja-JP" altLang="en-US"/>
          </a:p>
        </p:txBody>
      </p:sp>
    </p:spTree>
    <p:extLst>
      <p:ext uri="{BB962C8B-B14F-4D97-AF65-F5344CB8AC3E}">
        <p14:creationId xmlns:p14="http://schemas.microsoft.com/office/powerpoint/2010/main" val="281964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二つ目はハンダ作業です。</a:t>
            </a:r>
            <a:endParaRPr kumimoji="1" lang="en-US" altLang="ja-JP"/>
          </a:p>
          <a:p>
            <a:r>
              <a:rPr kumimoji="1" lang="ja-JP" altLang="en-US"/>
              <a:t>先ほど作図した実体配線図を元にでハンダ作業を行いハンダ完成品の図のように作り上げます。</a:t>
            </a:r>
            <a:endParaRPr kumimoji="1" lang="en-US" altLang="ja-JP"/>
          </a:p>
          <a:p>
            <a:r>
              <a:rPr kumimoji="1" lang="ja-JP" altLang="en-US"/>
              <a:t>こちらの作成した基盤は入力基盤で、基本的にタクトスイッチとトグルスイッチのほかにフォトインタラプタや、可変抵抗器などが組み込まれます。今回の例ではタクトスイッチ、トグルスイッチ、フォトトランジスタが使われています。</a:t>
            </a:r>
            <a:endParaRPr kumimoji="1" lang="ja-JP" altLang="en-US" dirty="0"/>
          </a:p>
        </p:txBody>
      </p:sp>
      <p:sp>
        <p:nvSpPr>
          <p:cNvPr id="4" name="スライド番号プレースホルダー 3"/>
          <p:cNvSpPr>
            <a:spLocks noGrp="1"/>
          </p:cNvSpPr>
          <p:nvPr>
            <p:ph type="sldNum" sz="quarter" idx="5"/>
          </p:nvPr>
        </p:nvSpPr>
        <p:spPr/>
        <p:txBody>
          <a:bodyPr/>
          <a:lstStyle/>
          <a:p>
            <a:fld id="{3661C3B2-4AB5-43B7-BDF2-308090F9248F}" type="slidenum">
              <a:rPr kumimoji="1" lang="ja-JP" altLang="en-US" smtClean="0"/>
              <a:t>7</a:t>
            </a:fld>
            <a:endParaRPr kumimoji="1" lang="ja-JP" altLang="en-US"/>
          </a:p>
        </p:txBody>
      </p:sp>
    </p:spTree>
    <p:extLst>
      <p:ext uri="{BB962C8B-B14F-4D97-AF65-F5344CB8AC3E}">
        <p14:creationId xmlns:p14="http://schemas.microsoft.com/office/powerpoint/2010/main" val="1737282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三つ目はプログラミングです。</a:t>
            </a:r>
            <a:endParaRPr kumimoji="1" lang="en-US" altLang="ja-JP"/>
          </a:p>
          <a:p>
            <a:r>
              <a:rPr kumimoji="1" lang="ja-JP" altLang="en-US"/>
              <a:t>プログラミングには、</a:t>
            </a:r>
            <a:r>
              <a:rPr kumimoji="1" lang="en-US" altLang="ja-JP"/>
              <a:t>Arduino</a:t>
            </a:r>
            <a:r>
              <a:rPr kumimoji="1" lang="ja-JP" altLang="en-US"/>
              <a:t>　</a:t>
            </a:r>
            <a:r>
              <a:rPr kumimoji="1" lang="en-US" altLang="ja-JP"/>
              <a:t>IDE</a:t>
            </a:r>
            <a:r>
              <a:rPr kumimoji="1" lang="ja-JP" altLang="en-US"/>
              <a:t>を使います。</a:t>
            </a:r>
            <a:endParaRPr kumimoji="1" lang="en-US" altLang="ja-JP"/>
          </a:p>
          <a:p>
            <a:r>
              <a:rPr kumimoji="1" lang="ja-JP" altLang="en-US"/>
              <a:t>プログラミングでは、先ほど作った入力基盤を使って、</a:t>
            </a:r>
            <a:r>
              <a:rPr kumimoji="1" lang="en-US" altLang="ja-JP"/>
              <a:t>LED</a:t>
            </a:r>
            <a:r>
              <a:rPr kumimoji="1" lang="ja-JP" altLang="en-US"/>
              <a:t>やモータを制御するなど課題に沿ったプログラムを作成していきます。</a:t>
            </a:r>
            <a:endParaRPr kumimoji="1" lang="ja-JP" altLang="en-US" dirty="0"/>
          </a:p>
        </p:txBody>
      </p:sp>
      <p:sp>
        <p:nvSpPr>
          <p:cNvPr id="4" name="スライド番号プレースホルダー 3"/>
          <p:cNvSpPr>
            <a:spLocks noGrp="1"/>
          </p:cNvSpPr>
          <p:nvPr>
            <p:ph type="sldNum" sz="quarter" idx="5"/>
          </p:nvPr>
        </p:nvSpPr>
        <p:spPr/>
        <p:txBody>
          <a:bodyPr/>
          <a:lstStyle/>
          <a:p>
            <a:fld id="{3661C3B2-4AB5-43B7-BDF2-308090F9248F}" type="slidenum">
              <a:rPr kumimoji="1" lang="ja-JP" altLang="en-US" smtClean="0"/>
              <a:t>8</a:t>
            </a:fld>
            <a:endParaRPr kumimoji="1" lang="ja-JP" altLang="en-US"/>
          </a:p>
        </p:txBody>
      </p:sp>
    </p:spTree>
    <p:extLst>
      <p:ext uri="{BB962C8B-B14F-4D97-AF65-F5344CB8AC3E}">
        <p14:creationId xmlns:p14="http://schemas.microsoft.com/office/powerpoint/2010/main" val="1598521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以上で私の発表を終わります。ご清聴ありがとうございました。</a:t>
            </a:r>
            <a:endParaRPr kumimoji="1" lang="en-US" altLang="ja-JP" dirty="0"/>
          </a:p>
        </p:txBody>
      </p:sp>
      <p:sp>
        <p:nvSpPr>
          <p:cNvPr id="4" name="スライド番号プレースホルダー 3"/>
          <p:cNvSpPr>
            <a:spLocks noGrp="1"/>
          </p:cNvSpPr>
          <p:nvPr>
            <p:ph type="sldNum" sz="quarter" idx="5"/>
          </p:nvPr>
        </p:nvSpPr>
        <p:spPr/>
        <p:txBody>
          <a:bodyPr/>
          <a:lstStyle/>
          <a:p>
            <a:fld id="{3661C3B2-4AB5-43B7-BDF2-308090F9248F}" type="slidenum">
              <a:rPr kumimoji="1" lang="ja-JP" altLang="en-US" smtClean="0"/>
              <a:t>9</a:t>
            </a:fld>
            <a:endParaRPr kumimoji="1" lang="ja-JP" altLang="en-US"/>
          </a:p>
        </p:txBody>
      </p:sp>
    </p:spTree>
    <p:extLst>
      <p:ext uri="{BB962C8B-B14F-4D97-AF65-F5344CB8AC3E}">
        <p14:creationId xmlns:p14="http://schemas.microsoft.com/office/powerpoint/2010/main" val="2166267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333C77-D51E-0A62-AEFD-7527E436AD5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14E3A20-FEEA-8D50-32BE-A5DA4D1FA6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781EE2D-A18E-1681-8167-B2EFF1DE2153}"/>
              </a:ext>
            </a:extLst>
          </p:cNvPr>
          <p:cNvSpPr>
            <a:spLocks noGrp="1"/>
          </p:cNvSpPr>
          <p:nvPr>
            <p:ph type="dt" sz="half" idx="10"/>
          </p:nvPr>
        </p:nvSpPr>
        <p:spPr/>
        <p:txBody>
          <a:bodyPr/>
          <a:lstStyle/>
          <a:p>
            <a:fld id="{16EFAAC1-234D-4D68-B3E5-0CE3803BC2DE}"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D95B286D-3445-0CA6-1356-EDBEBD7D4A8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569188-2C91-3D9B-1377-AB706753A668}"/>
              </a:ext>
            </a:extLst>
          </p:cNvPr>
          <p:cNvSpPr>
            <a:spLocks noGrp="1"/>
          </p:cNvSpPr>
          <p:nvPr>
            <p:ph type="sldNum" sz="quarter" idx="12"/>
          </p:nvPr>
        </p:nvSpPr>
        <p:spPr/>
        <p:txBody>
          <a:body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3811718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D6C050-C048-CF04-FA75-241C7BE06E6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60C9B0-7643-09F4-442F-B800EBBEF9F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3E63313-5C62-2C37-D50F-9C8C96A94F75}"/>
              </a:ext>
            </a:extLst>
          </p:cNvPr>
          <p:cNvSpPr>
            <a:spLocks noGrp="1"/>
          </p:cNvSpPr>
          <p:nvPr>
            <p:ph type="dt" sz="half" idx="10"/>
          </p:nvPr>
        </p:nvSpPr>
        <p:spPr/>
        <p:txBody>
          <a:bodyPr/>
          <a:lstStyle/>
          <a:p>
            <a:fld id="{16EFAAC1-234D-4D68-B3E5-0CE3803BC2DE}"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C0AF5C8D-7011-7533-A5C2-6E3F3BB42A0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BB21715-8499-A72B-463E-DFD06AFE181A}"/>
              </a:ext>
            </a:extLst>
          </p:cNvPr>
          <p:cNvSpPr>
            <a:spLocks noGrp="1"/>
          </p:cNvSpPr>
          <p:nvPr>
            <p:ph type="sldNum" sz="quarter" idx="12"/>
          </p:nvPr>
        </p:nvSpPr>
        <p:spPr/>
        <p:txBody>
          <a:body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3824962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9F145F-0B77-3AF3-9383-31723DEA53D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8E1B4B-1C04-0E3A-28E4-C50597475F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AF10B0B-D5DF-BD8A-EF39-1D53DC7F304A}"/>
              </a:ext>
            </a:extLst>
          </p:cNvPr>
          <p:cNvSpPr>
            <a:spLocks noGrp="1"/>
          </p:cNvSpPr>
          <p:nvPr>
            <p:ph type="dt" sz="half" idx="10"/>
          </p:nvPr>
        </p:nvSpPr>
        <p:spPr/>
        <p:txBody>
          <a:bodyPr/>
          <a:lstStyle/>
          <a:p>
            <a:fld id="{16EFAAC1-234D-4D68-B3E5-0CE3803BC2DE}"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1632126B-6B03-2DA4-2ABE-E25BD42DCB3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3E3D4F-3302-FEC0-F4AB-880DBC47FB83}"/>
              </a:ext>
            </a:extLst>
          </p:cNvPr>
          <p:cNvSpPr>
            <a:spLocks noGrp="1"/>
          </p:cNvSpPr>
          <p:nvPr>
            <p:ph type="sldNum" sz="quarter" idx="12"/>
          </p:nvPr>
        </p:nvSpPr>
        <p:spPr/>
        <p:txBody>
          <a:body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1039409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9C720E-EB4B-F32E-3968-159B898889F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0B71774-A016-D3B8-25C6-B79EDE5D566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BD0FFAD-19B0-9E1E-106A-0E0B58E556D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EB7740B-683B-3FBB-4F1E-6C0A6F3D8D73}"/>
              </a:ext>
            </a:extLst>
          </p:cNvPr>
          <p:cNvSpPr>
            <a:spLocks noGrp="1"/>
          </p:cNvSpPr>
          <p:nvPr>
            <p:ph type="dt" sz="half" idx="10"/>
          </p:nvPr>
        </p:nvSpPr>
        <p:spPr/>
        <p:txBody>
          <a:bodyPr/>
          <a:lstStyle/>
          <a:p>
            <a:fld id="{16EFAAC1-234D-4D68-B3E5-0CE3803BC2DE}" type="datetimeFigureOut">
              <a:rPr kumimoji="1" lang="ja-JP" altLang="en-US" smtClean="0"/>
              <a:t>2026/10/8</a:t>
            </a:fld>
            <a:endParaRPr kumimoji="1" lang="ja-JP" altLang="en-US"/>
          </a:p>
        </p:txBody>
      </p:sp>
      <p:sp>
        <p:nvSpPr>
          <p:cNvPr id="6" name="フッター プレースホルダー 5">
            <a:extLst>
              <a:ext uri="{FF2B5EF4-FFF2-40B4-BE49-F238E27FC236}">
                <a16:creationId xmlns:a16="http://schemas.microsoft.com/office/drawing/2014/main" id="{394678BC-F5F5-9803-858A-5387127D15F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BBF3F20-B13D-C810-6ECF-BB3DDA119D5D}"/>
              </a:ext>
            </a:extLst>
          </p:cNvPr>
          <p:cNvSpPr>
            <a:spLocks noGrp="1"/>
          </p:cNvSpPr>
          <p:nvPr>
            <p:ph type="sldNum" sz="quarter" idx="12"/>
          </p:nvPr>
        </p:nvSpPr>
        <p:spPr/>
        <p:txBody>
          <a:body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909074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CD9508-E42A-FA1B-C396-77DE6817052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1CBEF77-4584-E473-F546-885F04FC2D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F1AC122-9A58-EF22-7F9C-93465AB861C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B57C21D-E4B6-75D1-3C11-3A40E186D0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94CA703-E889-7947-31BB-FA4D5D93C0D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C7311BB-9583-4EE3-BC5B-04A2D52E208C}"/>
              </a:ext>
            </a:extLst>
          </p:cNvPr>
          <p:cNvSpPr>
            <a:spLocks noGrp="1"/>
          </p:cNvSpPr>
          <p:nvPr>
            <p:ph type="dt" sz="half" idx="10"/>
          </p:nvPr>
        </p:nvSpPr>
        <p:spPr/>
        <p:txBody>
          <a:bodyPr/>
          <a:lstStyle/>
          <a:p>
            <a:fld id="{16EFAAC1-234D-4D68-B3E5-0CE3803BC2DE}" type="datetimeFigureOut">
              <a:rPr kumimoji="1" lang="ja-JP" altLang="en-US" smtClean="0"/>
              <a:t>2026/10/8</a:t>
            </a:fld>
            <a:endParaRPr kumimoji="1" lang="ja-JP" altLang="en-US"/>
          </a:p>
        </p:txBody>
      </p:sp>
      <p:sp>
        <p:nvSpPr>
          <p:cNvPr id="8" name="フッター プレースホルダー 7">
            <a:extLst>
              <a:ext uri="{FF2B5EF4-FFF2-40B4-BE49-F238E27FC236}">
                <a16:creationId xmlns:a16="http://schemas.microsoft.com/office/drawing/2014/main" id="{14A164CA-5290-6DA5-C262-D62EDA8DCA1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543A7EF-AA62-1AF9-E352-20B087B83913}"/>
              </a:ext>
            </a:extLst>
          </p:cNvPr>
          <p:cNvSpPr>
            <a:spLocks noGrp="1"/>
          </p:cNvSpPr>
          <p:nvPr>
            <p:ph type="sldNum" sz="quarter" idx="12"/>
          </p:nvPr>
        </p:nvSpPr>
        <p:spPr/>
        <p:txBody>
          <a:body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5861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F34554-4EA2-F178-49A4-076D38C57E8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18D9FE7-0850-294E-1F08-D03720D72F8C}"/>
              </a:ext>
            </a:extLst>
          </p:cNvPr>
          <p:cNvSpPr>
            <a:spLocks noGrp="1"/>
          </p:cNvSpPr>
          <p:nvPr>
            <p:ph type="dt" sz="half" idx="10"/>
          </p:nvPr>
        </p:nvSpPr>
        <p:spPr/>
        <p:txBody>
          <a:bodyPr/>
          <a:lstStyle/>
          <a:p>
            <a:fld id="{16EFAAC1-234D-4D68-B3E5-0CE3803BC2DE}" type="datetimeFigureOut">
              <a:rPr kumimoji="1" lang="ja-JP" altLang="en-US" smtClean="0"/>
              <a:t>2026/10/8</a:t>
            </a:fld>
            <a:endParaRPr kumimoji="1" lang="ja-JP" altLang="en-US"/>
          </a:p>
        </p:txBody>
      </p:sp>
      <p:sp>
        <p:nvSpPr>
          <p:cNvPr id="4" name="フッター プレースホルダー 3">
            <a:extLst>
              <a:ext uri="{FF2B5EF4-FFF2-40B4-BE49-F238E27FC236}">
                <a16:creationId xmlns:a16="http://schemas.microsoft.com/office/drawing/2014/main" id="{36644873-1A5F-5E87-645A-DB686C38F91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3A0A17C-5E56-3F49-D29A-64039D058D27}"/>
              </a:ext>
            </a:extLst>
          </p:cNvPr>
          <p:cNvSpPr>
            <a:spLocks noGrp="1"/>
          </p:cNvSpPr>
          <p:nvPr>
            <p:ph type="sldNum" sz="quarter" idx="12"/>
          </p:nvPr>
        </p:nvSpPr>
        <p:spPr/>
        <p:txBody>
          <a:body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1051364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C872F02-4ED1-D32B-539E-0D3C6E67FF4E}"/>
              </a:ext>
            </a:extLst>
          </p:cNvPr>
          <p:cNvSpPr>
            <a:spLocks noGrp="1"/>
          </p:cNvSpPr>
          <p:nvPr>
            <p:ph type="dt" sz="half" idx="10"/>
          </p:nvPr>
        </p:nvSpPr>
        <p:spPr/>
        <p:txBody>
          <a:bodyPr/>
          <a:lstStyle/>
          <a:p>
            <a:fld id="{16EFAAC1-234D-4D68-B3E5-0CE3803BC2DE}" type="datetimeFigureOut">
              <a:rPr kumimoji="1" lang="ja-JP" altLang="en-US" smtClean="0"/>
              <a:t>2026/10/8</a:t>
            </a:fld>
            <a:endParaRPr kumimoji="1" lang="ja-JP" altLang="en-US"/>
          </a:p>
        </p:txBody>
      </p:sp>
      <p:sp>
        <p:nvSpPr>
          <p:cNvPr id="3" name="フッター プレースホルダー 2">
            <a:extLst>
              <a:ext uri="{FF2B5EF4-FFF2-40B4-BE49-F238E27FC236}">
                <a16:creationId xmlns:a16="http://schemas.microsoft.com/office/drawing/2014/main" id="{948771EB-06D3-8927-7BA4-C65998834A1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F8CB89B-CE33-B696-63EE-5C884624E5F6}"/>
              </a:ext>
            </a:extLst>
          </p:cNvPr>
          <p:cNvSpPr>
            <a:spLocks noGrp="1"/>
          </p:cNvSpPr>
          <p:nvPr>
            <p:ph type="sldNum" sz="quarter" idx="12"/>
          </p:nvPr>
        </p:nvSpPr>
        <p:spPr/>
        <p:txBody>
          <a:body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3185175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28F993-1BF7-02CB-9F7A-A72FAED1102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E48902C-E4F9-F43A-DBF4-FB5C86CDB3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14C1199-B06F-B7FB-2BEB-3900DEB8EA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B87673E-70C3-6D1F-D355-EF7810BCF926}"/>
              </a:ext>
            </a:extLst>
          </p:cNvPr>
          <p:cNvSpPr>
            <a:spLocks noGrp="1"/>
          </p:cNvSpPr>
          <p:nvPr>
            <p:ph type="dt" sz="half" idx="10"/>
          </p:nvPr>
        </p:nvSpPr>
        <p:spPr/>
        <p:txBody>
          <a:bodyPr/>
          <a:lstStyle/>
          <a:p>
            <a:fld id="{16EFAAC1-234D-4D68-B3E5-0CE3803BC2DE}" type="datetimeFigureOut">
              <a:rPr kumimoji="1" lang="ja-JP" altLang="en-US" smtClean="0"/>
              <a:t>2026/10/8</a:t>
            </a:fld>
            <a:endParaRPr kumimoji="1" lang="ja-JP" altLang="en-US"/>
          </a:p>
        </p:txBody>
      </p:sp>
      <p:sp>
        <p:nvSpPr>
          <p:cNvPr id="6" name="フッター プレースホルダー 5">
            <a:extLst>
              <a:ext uri="{FF2B5EF4-FFF2-40B4-BE49-F238E27FC236}">
                <a16:creationId xmlns:a16="http://schemas.microsoft.com/office/drawing/2014/main" id="{381923A7-3792-21F3-B35D-5486D566A7A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4B1F1FB-B4F9-1883-BE57-AFC608C57312}"/>
              </a:ext>
            </a:extLst>
          </p:cNvPr>
          <p:cNvSpPr>
            <a:spLocks noGrp="1"/>
          </p:cNvSpPr>
          <p:nvPr>
            <p:ph type="sldNum" sz="quarter" idx="12"/>
          </p:nvPr>
        </p:nvSpPr>
        <p:spPr/>
        <p:txBody>
          <a:body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1307394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AEBF56-1853-27CF-F85B-F36D5421F5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8E1B3CD-6828-4A8D-3E38-68E0179404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12759B8-5708-6B21-917D-A30F21A5BA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B494B64-1583-A8FE-9CCE-A67E5F3CC488}"/>
              </a:ext>
            </a:extLst>
          </p:cNvPr>
          <p:cNvSpPr>
            <a:spLocks noGrp="1"/>
          </p:cNvSpPr>
          <p:nvPr>
            <p:ph type="dt" sz="half" idx="10"/>
          </p:nvPr>
        </p:nvSpPr>
        <p:spPr/>
        <p:txBody>
          <a:bodyPr/>
          <a:lstStyle/>
          <a:p>
            <a:fld id="{16EFAAC1-234D-4D68-B3E5-0CE3803BC2DE}" type="datetimeFigureOut">
              <a:rPr kumimoji="1" lang="ja-JP" altLang="en-US" smtClean="0"/>
              <a:t>2026/10/8</a:t>
            </a:fld>
            <a:endParaRPr kumimoji="1" lang="ja-JP" altLang="en-US"/>
          </a:p>
        </p:txBody>
      </p:sp>
      <p:sp>
        <p:nvSpPr>
          <p:cNvPr id="6" name="フッター プレースホルダー 5">
            <a:extLst>
              <a:ext uri="{FF2B5EF4-FFF2-40B4-BE49-F238E27FC236}">
                <a16:creationId xmlns:a16="http://schemas.microsoft.com/office/drawing/2014/main" id="{ED185908-967E-3A73-7FB9-980A185226D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5799E6E-5F25-6712-26E6-52C351E92AE7}"/>
              </a:ext>
            </a:extLst>
          </p:cNvPr>
          <p:cNvSpPr>
            <a:spLocks noGrp="1"/>
          </p:cNvSpPr>
          <p:nvPr>
            <p:ph type="sldNum" sz="quarter" idx="12"/>
          </p:nvPr>
        </p:nvSpPr>
        <p:spPr/>
        <p:txBody>
          <a:body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2393399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2E66DC-F529-32CE-D55C-686231C16C2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32199FD-5A2F-C82B-ABC0-60E666DCAF1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AFF5CD0-067F-36F9-175B-0B88DC8F0A2F}"/>
              </a:ext>
            </a:extLst>
          </p:cNvPr>
          <p:cNvSpPr>
            <a:spLocks noGrp="1"/>
          </p:cNvSpPr>
          <p:nvPr>
            <p:ph type="dt" sz="half" idx="10"/>
          </p:nvPr>
        </p:nvSpPr>
        <p:spPr/>
        <p:txBody>
          <a:bodyPr/>
          <a:lstStyle/>
          <a:p>
            <a:fld id="{16EFAAC1-234D-4D68-B3E5-0CE3803BC2DE}"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AFEA52FC-9A3F-C5CB-9E31-2E3E2F9BD6F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20C3EB-DEB0-D1AC-B98F-46AC12947E10}"/>
              </a:ext>
            </a:extLst>
          </p:cNvPr>
          <p:cNvSpPr>
            <a:spLocks noGrp="1"/>
          </p:cNvSpPr>
          <p:nvPr>
            <p:ph type="sldNum" sz="quarter" idx="12"/>
          </p:nvPr>
        </p:nvSpPr>
        <p:spPr/>
        <p:txBody>
          <a:body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1354417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B651ED5-BE6A-3F49-ECAF-95C8DC0BD74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D31C2E-0C30-C88C-83FA-680D354CB2C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25E475-ABA0-913B-2C5F-989E17626A54}"/>
              </a:ext>
            </a:extLst>
          </p:cNvPr>
          <p:cNvSpPr>
            <a:spLocks noGrp="1"/>
          </p:cNvSpPr>
          <p:nvPr>
            <p:ph type="dt" sz="half" idx="10"/>
          </p:nvPr>
        </p:nvSpPr>
        <p:spPr/>
        <p:txBody>
          <a:bodyPr/>
          <a:lstStyle/>
          <a:p>
            <a:fld id="{16EFAAC1-234D-4D68-B3E5-0CE3803BC2DE}"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D7D4AF77-F3C6-79B6-5463-CADACECCF1C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4982ADA-EE30-CD1B-462A-E2971E6AAECB}"/>
              </a:ext>
            </a:extLst>
          </p:cNvPr>
          <p:cNvSpPr>
            <a:spLocks noGrp="1"/>
          </p:cNvSpPr>
          <p:nvPr>
            <p:ph type="sldNum" sz="quarter" idx="12"/>
          </p:nvPr>
        </p:nvSpPr>
        <p:spPr/>
        <p:txBody>
          <a:body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1816252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F91A83F-48C9-586E-AACC-FA2307F03D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03C76AE-A5A8-C235-7C39-49AC0A7EFF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F7015B-CA39-2E1F-A176-E6D2B766AD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EFAAC1-234D-4D68-B3E5-0CE3803BC2DE}"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60665451-7BFB-6934-5758-F748886FC6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0101422-7B56-935B-6F4E-18E45F93FD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26D842-23FE-4065-AA5C-5948D51A6410}" type="slidenum">
              <a:rPr kumimoji="1" lang="ja-JP" altLang="en-US" smtClean="0"/>
              <a:t>‹#›</a:t>
            </a:fld>
            <a:endParaRPr kumimoji="1" lang="ja-JP" altLang="en-US"/>
          </a:p>
        </p:txBody>
      </p:sp>
    </p:spTree>
    <p:extLst>
      <p:ext uri="{BB962C8B-B14F-4D97-AF65-F5344CB8AC3E}">
        <p14:creationId xmlns:p14="http://schemas.microsoft.com/office/powerpoint/2010/main" val="2348432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斜め縞 17">
            <a:extLst>
              <a:ext uri="{FF2B5EF4-FFF2-40B4-BE49-F238E27FC236}">
                <a16:creationId xmlns:a16="http://schemas.microsoft.com/office/drawing/2014/main" id="{9E671865-A0E2-61E1-39F6-FACA901E6FA7}"/>
              </a:ext>
            </a:extLst>
          </p:cNvPr>
          <p:cNvSpPr>
            <a:spLocks noGrp="1" noRot="1" noMove="1" noResize="1" noEditPoints="1" noAdjustHandles="1" noChangeArrowheads="1" noChangeShapeType="1"/>
          </p:cNvSpPr>
          <p:nvPr/>
        </p:nvSpPr>
        <p:spPr>
          <a:xfrm rot="16200000">
            <a:off x="-2311500" y="3487477"/>
            <a:ext cx="3265458" cy="3475588"/>
          </a:xfrm>
          <a:prstGeom prst="diagStripe">
            <a:avLst>
              <a:gd name="adj" fmla="val 69192"/>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6" name="図 5" descr="アイコン&#10;&#10;AI によって生成されたコンテンツは間違っている可能性があります。">
            <a:extLst>
              <a:ext uri="{FF2B5EF4-FFF2-40B4-BE49-F238E27FC236}">
                <a16:creationId xmlns:a16="http://schemas.microsoft.com/office/drawing/2014/main" id="{C441886E-9F61-D57C-B6F3-55F2DF9A64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4898" y="885437"/>
            <a:ext cx="4802204" cy="4802204"/>
          </a:xfrm>
          <a:prstGeom prst="rect">
            <a:avLst/>
          </a:prstGeom>
        </p:spPr>
      </p:pic>
    </p:spTree>
    <p:extLst>
      <p:ext uri="{BB962C8B-B14F-4D97-AF65-F5344CB8AC3E}">
        <p14:creationId xmlns:p14="http://schemas.microsoft.com/office/powerpoint/2010/main" val="2204749516"/>
      </p:ext>
    </p:extLst>
  </p:cSld>
  <p:clrMapOvr>
    <a:masterClrMapping/>
  </p:clrMapOvr>
  <mc:AlternateContent xmlns:mc="http://schemas.openxmlformats.org/markup-compatibility/2006" xmlns:p14="http://schemas.microsoft.com/office/powerpoint/2010/main">
    <mc:Choice Requires="p14">
      <p:transition p14:dur="10" advTm="5000"/>
    </mc:Choice>
    <mc:Fallback xmlns="">
      <p:transition advTm="5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斜め縞 17">
            <a:extLst>
              <a:ext uri="{FF2B5EF4-FFF2-40B4-BE49-F238E27FC236}">
                <a16:creationId xmlns:a16="http://schemas.microsoft.com/office/drawing/2014/main" id="{9E671865-A0E2-61E1-39F6-FACA901E6FA7}"/>
              </a:ext>
            </a:extLst>
          </p:cNvPr>
          <p:cNvSpPr>
            <a:spLocks noGrp="1" noRot="1" noMove="1" noResize="1" noEditPoints="1" noAdjustHandles="1" noChangeArrowheads="1" noChangeShapeType="1"/>
          </p:cNvSpPr>
          <p:nvPr/>
        </p:nvSpPr>
        <p:spPr>
          <a:xfrm rot="16200000">
            <a:off x="-2311500" y="3487477"/>
            <a:ext cx="3265458" cy="3475588"/>
          </a:xfrm>
          <a:prstGeom prst="diagStripe">
            <a:avLst>
              <a:gd name="adj" fmla="val 69192"/>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6" name="図 5" descr="アイコン&#10;&#10;AI によって生成されたコンテンツは間違っている可能性があります。">
            <a:extLst>
              <a:ext uri="{FF2B5EF4-FFF2-40B4-BE49-F238E27FC236}">
                <a16:creationId xmlns:a16="http://schemas.microsoft.com/office/drawing/2014/main" id="{C441886E-9F61-D57C-B6F3-55F2DF9A64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191439"/>
            <a:ext cx="4802204" cy="4802204"/>
          </a:xfrm>
          <a:prstGeom prst="rect">
            <a:avLst/>
          </a:prstGeom>
        </p:spPr>
      </p:pic>
      <p:grpSp>
        <p:nvGrpSpPr>
          <p:cNvPr id="33" name="グループ化 32">
            <a:extLst>
              <a:ext uri="{FF2B5EF4-FFF2-40B4-BE49-F238E27FC236}">
                <a16:creationId xmlns:a16="http://schemas.microsoft.com/office/drawing/2014/main" id="{FBBDC5A0-FE41-2DD3-0BA2-8EF49EA28D38}"/>
              </a:ext>
            </a:extLst>
          </p:cNvPr>
          <p:cNvGrpSpPr/>
          <p:nvPr/>
        </p:nvGrpSpPr>
        <p:grpSpPr>
          <a:xfrm>
            <a:off x="4044047" y="2644170"/>
            <a:ext cx="5429049" cy="1569660"/>
            <a:chOff x="4044047" y="2644170"/>
            <a:chExt cx="5429049" cy="1569660"/>
          </a:xfrm>
        </p:grpSpPr>
        <p:sp>
          <p:nvSpPr>
            <p:cNvPr id="2" name="テキスト ボックス 1">
              <a:extLst>
                <a:ext uri="{FF2B5EF4-FFF2-40B4-BE49-F238E27FC236}">
                  <a16:creationId xmlns:a16="http://schemas.microsoft.com/office/drawing/2014/main" id="{BF41889A-788A-66A9-3645-6BD6CF299670}"/>
                </a:ext>
              </a:extLst>
            </p:cNvPr>
            <p:cNvSpPr txBox="1"/>
            <p:nvPr/>
          </p:nvSpPr>
          <p:spPr>
            <a:xfrm>
              <a:off x="4044047" y="2644170"/>
              <a:ext cx="4801314" cy="1569660"/>
            </a:xfrm>
            <a:prstGeom prst="rect">
              <a:avLst/>
            </a:prstGeom>
            <a:noFill/>
          </p:spPr>
          <p:txBody>
            <a:bodyPr wrap="none" rtlCol="0">
              <a:spAutoFit/>
            </a:bodyPr>
            <a:lstStyle/>
            <a:p>
              <a:r>
                <a:rPr kumimoji="1" lang="ja-JP" altLang="en-US" sz="3600" b="1" dirty="0">
                  <a:solidFill>
                    <a:srgbClr val="17008C"/>
                  </a:solidFill>
                </a:rPr>
                <a:t>ものコン</a:t>
              </a:r>
              <a:endParaRPr kumimoji="1" lang="en-US" altLang="ja-JP" sz="3600" b="1" dirty="0">
                <a:solidFill>
                  <a:srgbClr val="17008C"/>
                </a:solidFill>
              </a:endParaRPr>
            </a:p>
            <a:p>
              <a:r>
                <a:rPr kumimoji="1" lang="ja-JP" altLang="en-US" sz="6000" b="1" dirty="0">
                  <a:solidFill>
                    <a:srgbClr val="FFA700"/>
                  </a:solidFill>
                </a:rPr>
                <a:t>リベンジャー</a:t>
              </a:r>
            </a:p>
          </p:txBody>
        </p:sp>
        <p:sp>
          <p:nvSpPr>
            <p:cNvPr id="20" name="正方形/長方形 19">
              <a:extLst>
                <a:ext uri="{FF2B5EF4-FFF2-40B4-BE49-F238E27FC236}">
                  <a16:creationId xmlns:a16="http://schemas.microsoft.com/office/drawing/2014/main" id="{803F260A-1C8C-8AA0-808E-EEE111726632}"/>
                </a:ext>
              </a:extLst>
            </p:cNvPr>
            <p:cNvSpPr/>
            <p:nvPr/>
          </p:nvSpPr>
          <p:spPr>
            <a:xfrm>
              <a:off x="4333874" y="3359150"/>
              <a:ext cx="95251" cy="394514"/>
            </a:xfrm>
            <a:prstGeom prst="rect">
              <a:avLst/>
            </a:prstGeom>
            <a:solidFill>
              <a:srgbClr val="FFA700"/>
            </a:solidFill>
            <a:ln>
              <a:solidFill>
                <a:srgbClr val="FFA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E7720A04-9A14-1986-921A-7913322BF9FA}"/>
                </a:ext>
              </a:extLst>
            </p:cNvPr>
            <p:cNvSpPr/>
            <p:nvPr/>
          </p:nvSpPr>
          <p:spPr>
            <a:xfrm rot="2669077">
              <a:off x="5043941" y="3417241"/>
              <a:ext cx="119578" cy="387713"/>
            </a:xfrm>
            <a:prstGeom prst="rect">
              <a:avLst/>
            </a:prstGeom>
            <a:solidFill>
              <a:srgbClr val="FFA7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5231756B-732D-C647-280C-57D013E85DA8}"/>
                </a:ext>
              </a:extLst>
            </p:cNvPr>
            <p:cNvSpPr/>
            <p:nvPr/>
          </p:nvSpPr>
          <p:spPr>
            <a:xfrm rot="9929922">
              <a:off x="7494055" y="3462848"/>
              <a:ext cx="95251" cy="534799"/>
            </a:xfrm>
            <a:prstGeom prst="rect">
              <a:avLst/>
            </a:prstGeom>
            <a:solidFill>
              <a:srgbClr val="FFA7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1A39C2A7-E421-C47D-AE40-C05AB4A05C0C}"/>
                </a:ext>
              </a:extLst>
            </p:cNvPr>
            <p:cNvSpPr/>
            <p:nvPr/>
          </p:nvSpPr>
          <p:spPr>
            <a:xfrm rot="5400000">
              <a:off x="8981580" y="3263262"/>
              <a:ext cx="112114" cy="422275"/>
            </a:xfrm>
            <a:prstGeom prst="rect">
              <a:avLst/>
            </a:prstGeom>
            <a:solidFill>
              <a:srgbClr val="FFA7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EAC6887B-93E1-FC9F-B097-7D2B0AD79FBA}"/>
                </a:ext>
              </a:extLst>
            </p:cNvPr>
            <p:cNvSpPr/>
            <p:nvPr/>
          </p:nvSpPr>
          <p:spPr>
            <a:xfrm rot="8003494">
              <a:off x="9154593" y="3570584"/>
              <a:ext cx="112114" cy="400563"/>
            </a:xfrm>
            <a:prstGeom prst="rect">
              <a:avLst/>
            </a:prstGeom>
            <a:solidFill>
              <a:srgbClr val="FFA7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42BC1568-E09A-0882-C26B-583210D13D31}"/>
                </a:ext>
              </a:extLst>
            </p:cNvPr>
            <p:cNvSpPr/>
            <p:nvPr/>
          </p:nvSpPr>
          <p:spPr>
            <a:xfrm rot="2528077">
              <a:off x="9004411" y="3352058"/>
              <a:ext cx="112114" cy="704071"/>
            </a:xfrm>
            <a:prstGeom prst="rect">
              <a:avLst/>
            </a:prstGeom>
            <a:solidFill>
              <a:srgbClr val="FFA7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33DF41C3-1DD2-2D2C-4AA7-4367CACE28D4}"/>
                </a:ext>
              </a:extLst>
            </p:cNvPr>
            <p:cNvSpPr/>
            <p:nvPr/>
          </p:nvSpPr>
          <p:spPr>
            <a:xfrm rot="8003494">
              <a:off x="9353878" y="3277213"/>
              <a:ext cx="92505" cy="145930"/>
            </a:xfrm>
            <a:prstGeom prst="rect">
              <a:avLst/>
            </a:prstGeom>
            <a:solidFill>
              <a:srgbClr val="FFA7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65BFB262-CBA4-EC63-2AA9-85D9703E55F7}"/>
                </a:ext>
              </a:extLst>
            </p:cNvPr>
            <p:cNvSpPr/>
            <p:nvPr/>
          </p:nvSpPr>
          <p:spPr>
            <a:xfrm rot="8003494">
              <a:off x="9285599" y="3342283"/>
              <a:ext cx="92505" cy="145930"/>
            </a:xfrm>
            <a:prstGeom prst="rect">
              <a:avLst/>
            </a:prstGeom>
            <a:solidFill>
              <a:srgbClr val="FFA7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1250748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5000">
        <p159:morph option="byObject"/>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斜め縞 17">
            <a:extLst>
              <a:ext uri="{FF2B5EF4-FFF2-40B4-BE49-F238E27FC236}">
                <a16:creationId xmlns:a16="http://schemas.microsoft.com/office/drawing/2014/main" id="{9E671865-A0E2-61E1-39F6-FACA901E6FA7}"/>
              </a:ext>
            </a:extLst>
          </p:cNvPr>
          <p:cNvSpPr>
            <a:spLocks noGrp="1" noRot="1" noMove="1" noResize="1" noEditPoints="1" noAdjustHandles="1" noChangeArrowheads="1" noChangeShapeType="1"/>
          </p:cNvSpPr>
          <p:nvPr/>
        </p:nvSpPr>
        <p:spPr>
          <a:xfrm rot="16200000">
            <a:off x="-2311500" y="3487477"/>
            <a:ext cx="3265458" cy="3475588"/>
          </a:xfrm>
          <a:prstGeom prst="diagStripe">
            <a:avLst>
              <a:gd name="adj" fmla="val 69192"/>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5" name="図 4" descr="テーブル, 人, コンピュータ, 屋内 が含まれている画像&#10;&#10;AI によって生成されたコンテンツは間違っている可能性があります。">
            <a:extLst>
              <a:ext uri="{FF2B5EF4-FFF2-40B4-BE49-F238E27FC236}">
                <a16:creationId xmlns:a16="http://schemas.microsoft.com/office/drawing/2014/main" id="{D33E33AB-AEE1-62C6-B708-C5207BDF0A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721" y="-190500"/>
            <a:ext cx="12258675" cy="9194006"/>
          </a:xfrm>
          <a:prstGeom prst="rect">
            <a:avLst/>
          </a:prstGeom>
        </p:spPr>
      </p:pic>
      <p:sp>
        <p:nvSpPr>
          <p:cNvPr id="7" name="正方形/長方形 6">
            <a:extLst>
              <a:ext uri="{FF2B5EF4-FFF2-40B4-BE49-F238E27FC236}">
                <a16:creationId xmlns:a16="http://schemas.microsoft.com/office/drawing/2014/main" id="{ADFC5976-6827-4774-7DE4-6DA28575D7F3}"/>
              </a:ext>
            </a:extLst>
          </p:cNvPr>
          <p:cNvSpPr/>
          <p:nvPr/>
        </p:nvSpPr>
        <p:spPr>
          <a:xfrm>
            <a:off x="-66676" y="2122756"/>
            <a:ext cx="12258675" cy="1362075"/>
          </a:xfrm>
          <a:prstGeom prst="rect">
            <a:avLst/>
          </a:prstGeom>
          <a:solidFill>
            <a:srgbClr val="FFA700">
              <a:alpha val="80000"/>
            </a:srgbClr>
          </a:solidFill>
          <a:ln>
            <a:solidFill>
              <a:srgbClr val="FFA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506FE8D-1DEF-E536-397C-E99953A83D0D}"/>
              </a:ext>
            </a:extLst>
          </p:cNvPr>
          <p:cNvSpPr txBox="1">
            <a:spLocks/>
          </p:cNvSpPr>
          <p:nvPr/>
        </p:nvSpPr>
        <p:spPr>
          <a:xfrm>
            <a:off x="840621" y="2342129"/>
            <a:ext cx="9187130" cy="923330"/>
          </a:xfrm>
          <a:prstGeom prst="rect">
            <a:avLst/>
          </a:prstGeom>
          <a:noFill/>
        </p:spPr>
        <p:txBody>
          <a:bodyPr wrap="none" rtlCol="0">
            <a:spAutoFit/>
          </a:bodyPr>
          <a:lstStyle/>
          <a:p>
            <a:r>
              <a:rPr lang="ja-JP" altLang="en-US" sz="5400" dirty="0">
                <a:solidFill>
                  <a:schemeClr val="bg2"/>
                </a:solidFill>
                <a:latin typeface="ＭＳ ゴシック" panose="020B0609070205080204" pitchFamily="49" charset="-128"/>
                <a:ea typeface="ＭＳ ゴシック" panose="020B0609070205080204" pitchFamily="49" charset="-128"/>
              </a:rPr>
              <a:t>ものづくりコンテストとは？</a:t>
            </a:r>
            <a:endParaRPr kumimoji="1" lang="ja-JP" altLang="en-US" sz="5400" dirty="0">
              <a:solidFill>
                <a:schemeClr val="bg2"/>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5615497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5000">
        <p159:morph option="byObject"/>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left)">
                                      <p:cBhvr>
                                        <p:cTn id="7" dur="20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6FEC703E-9CEC-FB7C-C524-97D135712A12}"/>
              </a:ext>
            </a:extLst>
          </p:cNvPr>
          <p:cNvSpPr/>
          <p:nvPr/>
        </p:nvSpPr>
        <p:spPr>
          <a:xfrm>
            <a:off x="0" y="13203"/>
            <a:ext cx="12192000" cy="6844795"/>
          </a:xfrm>
          <a:prstGeom prst="rect">
            <a:avLst/>
          </a:prstGeom>
          <a:pattFill prst="dkDnDiag">
            <a:fgClr>
              <a:schemeClr val="bg2">
                <a:lumMod val="90000"/>
              </a:schemeClr>
            </a:fgClr>
            <a:bgClr>
              <a:schemeClr val="bg2">
                <a:lumMod val="25000"/>
              </a:schemeClr>
            </a:bgClr>
          </a:pattFill>
          <a:ln>
            <a:solidFill>
              <a:schemeClr val="accent1">
                <a:shade val="15000"/>
              </a:schemeClr>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F37FE436-D945-EC90-7B22-33120DDB4DC8}"/>
              </a:ext>
            </a:extLst>
          </p:cNvPr>
          <p:cNvSpPr/>
          <p:nvPr/>
        </p:nvSpPr>
        <p:spPr>
          <a:xfrm>
            <a:off x="0" y="51288"/>
            <a:ext cx="12192000" cy="6844795"/>
          </a:xfrm>
          <a:prstGeom prst="rect">
            <a:avLst/>
          </a:prstGeom>
          <a:solidFill>
            <a:schemeClr val="tx1">
              <a:lumMod val="85000"/>
              <a:lumOff val="15000"/>
              <a:alpha val="75000"/>
            </a:schemeClr>
          </a:solidFill>
          <a:ln>
            <a:solidFill>
              <a:schemeClr val="accent1">
                <a:shade val="15000"/>
                <a:alpha val="9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斜め縞 6">
            <a:extLst>
              <a:ext uri="{FF2B5EF4-FFF2-40B4-BE49-F238E27FC236}">
                <a16:creationId xmlns:a16="http://schemas.microsoft.com/office/drawing/2014/main" id="{8AC073FE-333C-04A9-C5E3-9BF048CE8428}"/>
              </a:ext>
            </a:extLst>
          </p:cNvPr>
          <p:cNvSpPr/>
          <p:nvPr/>
        </p:nvSpPr>
        <p:spPr>
          <a:xfrm>
            <a:off x="0" y="13326"/>
            <a:ext cx="4808918" cy="3406900"/>
          </a:xfrm>
          <a:prstGeom prst="diagStripe">
            <a:avLst>
              <a:gd name="adj" fmla="val 86035"/>
            </a:avLst>
          </a:prstGeom>
          <a:solidFill>
            <a:srgbClr val="FFA700">
              <a:alpha val="95000"/>
            </a:srgbClr>
          </a:solidFill>
          <a:ln>
            <a:solidFill>
              <a:srgbClr val="FFA700">
                <a:alpha val="9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斜め縞 7">
            <a:extLst>
              <a:ext uri="{FF2B5EF4-FFF2-40B4-BE49-F238E27FC236}">
                <a16:creationId xmlns:a16="http://schemas.microsoft.com/office/drawing/2014/main" id="{869FCC37-8FBE-72B8-E6AB-1B098BF1F37B}"/>
              </a:ext>
            </a:extLst>
          </p:cNvPr>
          <p:cNvSpPr/>
          <p:nvPr/>
        </p:nvSpPr>
        <p:spPr>
          <a:xfrm rot="10800000">
            <a:off x="7383082" y="3437897"/>
            <a:ext cx="4808918" cy="3406900"/>
          </a:xfrm>
          <a:prstGeom prst="diagStripe">
            <a:avLst>
              <a:gd name="adj" fmla="val 86035"/>
            </a:avLst>
          </a:prstGeom>
          <a:solidFill>
            <a:srgbClr val="FFA700">
              <a:alpha val="95000"/>
            </a:srgbClr>
          </a:solidFill>
          <a:ln>
            <a:solidFill>
              <a:srgbClr val="FFA700">
                <a:alpha val="9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nvGrpSpPr>
          <p:cNvPr id="1701" name="グループ化 1700">
            <a:extLst>
              <a:ext uri="{FF2B5EF4-FFF2-40B4-BE49-F238E27FC236}">
                <a16:creationId xmlns:a16="http://schemas.microsoft.com/office/drawing/2014/main" id="{AF85D020-E6D5-FB11-AA58-54B18337F54D}"/>
              </a:ext>
            </a:extLst>
          </p:cNvPr>
          <p:cNvGrpSpPr/>
          <p:nvPr/>
        </p:nvGrpSpPr>
        <p:grpSpPr>
          <a:xfrm>
            <a:off x="132401" y="3922869"/>
            <a:ext cx="2285451" cy="2651123"/>
            <a:chOff x="1555564" y="1668151"/>
            <a:chExt cx="2285451" cy="2651123"/>
          </a:xfrm>
        </p:grpSpPr>
        <p:sp>
          <p:nvSpPr>
            <p:cNvPr id="1688" name="六角形 1687">
              <a:extLst>
                <a:ext uri="{FF2B5EF4-FFF2-40B4-BE49-F238E27FC236}">
                  <a16:creationId xmlns:a16="http://schemas.microsoft.com/office/drawing/2014/main" id="{C454900D-D0F5-2EAF-0769-B5EA4866FD7D}"/>
                </a:ext>
              </a:extLst>
            </p:cNvPr>
            <p:cNvSpPr>
              <a:spLocks noChangeAspect="1"/>
            </p:cNvSpPr>
            <p:nvPr/>
          </p:nvSpPr>
          <p:spPr>
            <a:xfrm rot="5400000">
              <a:off x="1372728" y="1850987"/>
              <a:ext cx="2651123" cy="2285451"/>
            </a:xfrm>
            <a:prstGeom prst="hexagon">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700" name="グループ化 1699">
              <a:extLst>
                <a:ext uri="{FF2B5EF4-FFF2-40B4-BE49-F238E27FC236}">
                  <a16:creationId xmlns:a16="http://schemas.microsoft.com/office/drawing/2014/main" id="{ED7321FB-FFCC-149F-B9F3-1DD8DD777E96}"/>
                </a:ext>
              </a:extLst>
            </p:cNvPr>
            <p:cNvGrpSpPr/>
            <p:nvPr/>
          </p:nvGrpSpPr>
          <p:grpSpPr>
            <a:xfrm>
              <a:off x="1933320" y="2257010"/>
              <a:ext cx="1529938" cy="1473403"/>
              <a:chOff x="1950749" y="2347320"/>
              <a:chExt cx="1529938" cy="1473403"/>
            </a:xfrm>
          </p:grpSpPr>
          <p:grpSp>
            <p:nvGrpSpPr>
              <p:cNvPr id="1695" name="グループ化 1694">
                <a:extLst>
                  <a:ext uri="{FF2B5EF4-FFF2-40B4-BE49-F238E27FC236}">
                    <a16:creationId xmlns:a16="http://schemas.microsoft.com/office/drawing/2014/main" id="{C109CC26-32AB-1803-F1DD-2D0B5630DA4E}"/>
                  </a:ext>
                </a:extLst>
              </p:cNvPr>
              <p:cNvGrpSpPr/>
              <p:nvPr/>
            </p:nvGrpSpPr>
            <p:grpSpPr>
              <a:xfrm>
                <a:off x="2317736" y="2347320"/>
                <a:ext cx="1162951" cy="1403342"/>
                <a:chOff x="2123172" y="2425372"/>
                <a:chExt cx="1162951" cy="1403342"/>
              </a:xfrm>
              <a:effectLst>
                <a:outerShdw dist="38100" dir="2700000" algn="tl" rotWithShape="0">
                  <a:schemeClr val="accent3">
                    <a:lumMod val="60000"/>
                    <a:lumOff val="40000"/>
                  </a:schemeClr>
                </a:outerShdw>
              </a:effectLst>
            </p:grpSpPr>
            <p:sp>
              <p:nvSpPr>
                <p:cNvPr id="1696" name="フローチャート: 抜出し 1695">
                  <a:extLst>
                    <a:ext uri="{FF2B5EF4-FFF2-40B4-BE49-F238E27FC236}">
                      <a16:creationId xmlns:a16="http://schemas.microsoft.com/office/drawing/2014/main" id="{8B335690-88B6-9294-9636-F42FF1B4FFE7}"/>
                    </a:ext>
                  </a:extLst>
                </p:cNvPr>
                <p:cNvSpPr/>
                <p:nvPr/>
              </p:nvSpPr>
              <p:spPr>
                <a:xfrm>
                  <a:off x="2123172" y="2770162"/>
                  <a:ext cx="1162951" cy="1058552"/>
                </a:xfrm>
                <a:prstGeom prst="flowChartExtra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97" name="正方形/長方形 1696">
                  <a:extLst>
                    <a:ext uri="{FF2B5EF4-FFF2-40B4-BE49-F238E27FC236}">
                      <a16:creationId xmlns:a16="http://schemas.microsoft.com/office/drawing/2014/main" id="{468C9046-7204-760F-D386-47DCB5D25534}"/>
                    </a:ext>
                  </a:extLst>
                </p:cNvPr>
                <p:cNvSpPr/>
                <p:nvPr/>
              </p:nvSpPr>
              <p:spPr>
                <a:xfrm>
                  <a:off x="2458167" y="2425372"/>
                  <a:ext cx="480242" cy="1066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99" name="正方形/長方形 1698">
                  <a:extLst>
                    <a:ext uri="{FF2B5EF4-FFF2-40B4-BE49-F238E27FC236}">
                      <a16:creationId xmlns:a16="http://schemas.microsoft.com/office/drawing/2014/main" id="{1B0052D9-8B53-24EC-2345-18D199985856}"/>
                    </a:ext>
                  </a:extLst>
                </p:cNvPr>
                <p:cNvSpPr/>
                <p:nvPr/>
              </p:nvSpPr>
              <p:spPr>
                <a:xfrm>
                  <a:off x="2556280" y="2495433"/>
                  <a:ext cx="284017" cy="6181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694" name="グループ化 1693">
                <a:extLst>
                  <a:ext uri="{FF2B5EF4-FFF2-40B4-BE49-F238E27FC236}">
                    <a16:creationId xmlns:a16="http://schemas.microsoft.com/office/drawing/2014/main" id="{24F91CFA-5FE1-FBE4-005A-061572690C2B}"/>
                  </a:ext>
                </a:extLst>
              </p:cNvPr>
              <p:cNvGrpSpPr/>
              <p:nvPr/>
            </p:nvGrpSpPr>
            <p:grpSpPr>
              <a:xfrm>
                <a:off x="1950749" y="2417381"/>
                <a:ext cx="1162951" cy="1403342"/>
                <a:chOff x="2123172" y="2425372"/>
                <a:chExt cx="1162951" cy="1403342"/>
              </a:xfrm>
              <a:effectLst>
                <a:outerShdw dist="88900" dir="600000" sx="108000" sy="108000" algn="tl" rotWithShape="0">
                  <a:schemeClr val="accent3">
                    <a:lumMod val="60000"/>
                    <a:lumOff val="40000"/>
                  </a:schemeClr>
                </a:outerShdw>
              </a:effectLst>
            </p:grpSpPr>
            <p:sp>
              <p:nvSpPr>
                <p:cNvPr id="1690" name="フローチャート: 抜出し 1689">
                  <a:extLst>
                    <a:ext uri="{FF2B5EF4-FFF2-40B4-BE49-F238E27FC236}">
                      <a16:creationId xmlns:a16="http://schemas.microsoft.com/office/drawing/2014/main" id="{F9B7BEF4-97E4-C4FC-3F06-9889CD03BDC7}"/>
                    </a:ext>
                  </a:extLst>
                </p:cNvPr>
                <p:cNvSpPr/>
                <p:nvPr/>
              </p:nvSpPr>
              <p:spPr>
                <a:xfrm>
                  <a:off x="2123172" y="2770162"/>
                  <a:ext cx="1162951" cy="1058552"/>
                </a:xfrm>
                <a:prstGeom prst="flowChartExtra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92" name="正方形/長方形 1691">
                  <a:extLst>
                    <a:ext uri="{FF2B5EF4-FFF2-40B4-BE49-F238E27FC236}">
                      <a16:creationId xmlns:a16="http://schemas.microsoft.com/office/drawing/2014/main" id="{1C7E0871-1ADC-74AB-9C53-6E45E9A414D1}"/>
                    </a:ext>
                  </a:extLst>
                </p:cNvPr>
                <p:cNvSpPr/>
                <p:nvPr/>
              </p:nvSpPr>
              <p:spPr>
                <a:xfrm>
                  <a:off x="2458167" y="2425372"/>
                  <a:ext cx="480242" cy="1066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93" name="フローチャート: 抜出し 1692">
                  <a:extLst>
                    <a:ext uri="{FF2B5EF4-FFF2-40B4-BE49-F238E27FC236}">
                      <a16:creationId xmlns:a16="http://schemas.microsoft.com/office/drawing/2014/main" id="{FAFF8416-476A-3489-4CEF-2BEC8F4FDFC0}"/>
                    </a:ext>
                  </a:extLst>
                </p:cNvPr>
                <p:cNvSpPr>
                  <a:spLocks noChangeAspect="1"/>
                </p:cNvSpPr>
                <p:nvPr/>
              </p:nvSpPr>
              <p:spPr>
                <a:xfrm>
                  <a:off x="2337096" y="3070329"/>
                  <a:ext cx="735101" cy="669110"/>
                </a:xfrm>
                <a:prstGeom prst="flowChartExtra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91" name="正方形/長方形 1690">
                  <a:extLst>
                    <a:ext uri="{FF2B5EF4-FFF2-40B4-BE49-F238E27FC236}">
                      <a16:creationId xmlns:a16="http://schemas.microsoft.com/office/drawing/2014/main" id="{45F0BBE8-E152-4E74-6126-6EEE25DC7E9D}"/>
                    </a:ext>
                  </a:extLst>
                </p:cNvPr>
                <p:cNvSpPr/>
                <p:nvPr/>
              </p:nvSpPr>
              <p:spPr>
                <a:xfrm>
                  <a:off x="2556280" y="2495433"/>
                  <a:ext cx="284017" cy="6181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grpSp>
      <p:sp>
        <p:nvSpPr>
          <p:cNvPr id="11" name="直角三角形 10">
            <a:extLst>
              <a:ext uri="{FF2B5EF4-FFF2-40B4-BE49-F238E27FC236}">
                <a16:creationId xmlns:a16="http://schemas.microsoft.com/office/drawing/2014/main" id="{CA60E49C-80A0-4644-ED7D-3BAA784F54FA}"/>
              </a:ext>
            </a:extLst>
          </p:cNvPr>
          <p:cNvSpPr>
            <a:spLocks/>
          </p:cNvSpPr>
          <p:nvPr/>
        </p:nvSpPr>
        <p:spPr>
          <a:xfrm rot="16200000">
            <a:off x="-12545969" y="-1901267"/>
            <a:ext cx="9658347" cy="7833777"/>
          </a:xfrm>
          <a:prstGeom prst="rtTriangle">
            <a:avLst/>
          </a:prstGeom>
          <a:solidFill>
            <a:srgbClr val="FFA700"/>
          </a:solidFill>
          <a:ln>
            <a:solidFill>
              <a:srgbClr val="FFA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dirty="0"/>
          </a:p>
        </p:txBody>
      </p:sp>
      <p:sp>
        <p:nvSpPr>
          <p:cNvPr id="18" name="斜め縞 17">
            <a:extLst>
              <a:ext uri="{FF2B5EF4-FFF2-40B4-BE49-F238E27FC236}">
                <a16:creationId xmlns:a16="http://schemas.microsoft.com/office/drawing/2014/main" id="{9E671865-A0E2-61E1-39F6-FACA901E6FA7}"/>
              </a:ext>
            </a:extLst>
          </p:cNvPr>
          <p:cNvSpPr>
            <a:spLocks/>
          </p:cNvSpPr>
          <p:nvPr/>
        </p:nvSpPr>
        <p:spPr>
          <a:xfrm rot="16200000">
            <a:off x="-4432743" y="3495900"/>
            <a:ext cx="3265458" cy="3475588"/>
          </a:xfrm>
          <a:prstGeom prst="diagStripe">
            <a:avLst>
              <a:gd name="adj" fmla="val 69192"/>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24" name="テキスト ボックス 1623">
            <a:extLst>
              <a:ext uri="{FF2B5EF4-FFF2-40B4-BE49-F238E27FC236}">
                <a16:creationId xmlns:a16="http://schemas.microsoft.com/office/drawing/2014/main" id="{F29FC465-0430-FE81-E10A-A39A28EA74DA}"/>
              </a:ext>
            </a:extLst>
          </p:cNvPr>
          <p:cNvSpPr txBox="1"/>
          <p:nvPr/>
        </p:nvSpPr>
        <p:spPr>
          <a:xfrm>
            <a:off x="104775" y="407364"/>
            <a:ext cx="2749471"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８つの部門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grpSp>
        <p:nvGrpSpPr>
          <p:cNvPr id="1671" name="グループ化 1670">
            <a:extLst>
              <a:ext uri="{FF2B5EF4-FFF2-40B4-BE49-F238E27FC236}">
                <a16:creationId xmlns:a16="http://schemas.microsoft.com/office/drawing/2014/main" id="{0ECD95E1-9C74-FF4A-6806-E021C1474BCE}"/>
              </a:ext>
            </a:extLst>
          </p:cNvPr>
          <p:cNvGrpSpPr/>
          <p:nvPr/>
        </p:nvGrpSpPr>
        <p:grpSpPr>
          <a:xfrm>
            <a:off x="144088" y="1232383"/>
            <a:ext cx="2285451" cy="2651123"/>
            <a:chOff x="1154693" y="1624704"/>
            <a:chExt cx="2285451" cy="2651123"/>
          </a:xfrm>
        </p:grpSpPr>
        <p:sp>
          <p:nvSpPr>
            <p:cNvPr id="1626" name="六角形 1625">
              <a:extLst>
                <a:ext uri="{FF2B5EF4-FFF2-40B4-BE49-F238E27FC236}">
                  <a16:creationId xmlns:a16="http://schemas.microsoft.com/office/drawing/2014/main" id="{F93B68D8-1595-2E60-6E31-3D23AB0A79F3}"/>
                </a:ext>
              </a:extLst>
            </p:cNvPr>
            <p:cNvSpPr>
              <a:spLocks noChangeAspect="1"/>
            </p:cNvSpPr>
            <p:nvPr/>
          </p:nvSpPr>
          <p:spPr>
            <a:xfrm rot="5400000">
              <a:off x="971857" y="1807540"/>
              <a:ext cx="2651123" cy="2285451"/>
            </a:xfrm>
            <a:prstGeom prst="hexagon">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669" name="グループ化 1668">
              <a:extLst>
                <a:ext uri="{FF2B5EF4-FFF2-40B4-BE49-F238E27FC236}">
                  <a16:creationId xmlns:a16="http://schemas.microsoft.com/office/drawing/2014/main" id="{08189D13-EEA4-358A-F794-B81EFC963698}"/>
                </a:ext>
              </a:extLst>
            </p:cNvPr>
            <p:cNvGrpSpPr/>
            <p:nvPr/>
          </p:nvGrpSpPr>
          <p:grpSpPr>
            <a:xfrm>
              <a:off x="1651535" y="2323759"/>
              <a:ext cx="1253015" cy="1591837"/>
              <a:chOff x="1811684" y="2227965"/>
              <a:chExt cx="1253015" cy="1591837"/>
            </a:xfrm>
          </p:grpSpPr>
          <p:grpSp>
            <p:nvGrpSpPr>
              <p:cNvPr id="1661" name="グループ化 1660">
                <a:extLst>
                  <a:ext uri="{FF2B5EF4-FFF2-40B4-BE49-F238E27FC236}">
                    <a16:creationId xmlns:a16="http://schemas.microsoft.com/office/drawing/2014/main" id="{97459843-F2D6-D681-645E-F3B49FB41220}"/>
                  </a:ext>
                </a:extLst>
              </p:cNvPr>
              <p:cNvGrpSpPr/>
              <p:nvPr/>
            </p:nvGrpSpPr>
            <p:grpSpPr>
              <a:xfrm>
                <a:off x="1811684" y="2227965"/>
                <a:ext cx="1253015" cy="1253015"/>
                <a:chOff x="1811684" y="2227965"/>
                <a:chExt cx="1253015" cy="1253015"/>
              </a:xfrm>
            </p:grpSpPr>
            <p:sp>
              <p:nvSpPr>
                <p:cNvPr id="1651" name="円: 塗りつぶしなし 1650">
                  <a:extLst>
                    <a:ext uri="{FF2B5EF4-FFF2-40B4-BE49-F238E27FC236}">
                      <a16:creationId xmlns:a16="http://schemas.microsoft.com/office/drawing/2014/main" id="{40E7C1AA-6B76-B441-D44F-DD991A0D97EB}"/>
                    </a:ext>
                  </a:extLst>
                </p:cNvPr>
                <p:cNvSpPr>
                  <a:spLocks noChangeAspect="1"/>
                </p:cNvSpPr>
                <p:nvPr/>
              </p:nvSpPr>
              <p:spPr>
                <a:xfrm>
                  <a:off x="1811684" y="2227965"/>
                  <a:ext cx="1253015" cy="1253015"/>
                </a:xfrm>
                <a:prstGeom prst="donut">
                  <a:avLst>
                    <a:gd name="adj" fmla="val 11347"/>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52" name="円: 塗りつぶしなし 1651">
                  <a:extLst>
                    <a:ext uri="{FF2B5EF4-FFF2-40B4-BE49-F238E27FC236}">
                      <a16:creationId xmlns:a16="http://schemas.microsoft.com/office/drawing/2014/main" id="{9A1584C6-CE0A-4525-2EEF-F61E0C7106BD}"/>
                    </a:ext>
                  </a:extLst>
                </p:cNvPr>
                <p:cNvSpPr>
                  <a:spLocks noChangeAspect="1"/>
                </p:cNvSpPr>
                <p:nvPr/>
              </p:nvSpPr>
              <p:spPr>
                <a:xfrm>
                  <a:off x="2082716" y="2494879"/>
                  <a:ext cx="719189" cy="719189"/>
                </a:xfrm>
                <a:prstGeom prst="donut">
                  <a:avLst>
                    <a:gd name="adj" fmla="val 606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653" name="円: 塗りつぶしなし 1652">
                  <a:extLst>
                    <a:ext uri="{FF2B5EF4-FFF2-40B4-BE49-F238E27FC236}">
                      <a16:creationId xmlns:a16="http://schemas.microsoft.com/office/drawing/2014/main" id="{03FF4AC9-A412-E117-95BE-E526D1D0106C}"/>
                    </a:ext>
                  </a:extLst>
                </p:cNvPr>
                <p:cNvSpPr>
                  <a:spLocks noChangeAspect="1"/>
                </p:cNvSpPr>
                <p:nvPr/>
              </p:nvSpPr>
              <p:spPr>
                <a:xfrm>
                  <a:off x="2263610" y="2680800"/>
                  <a:ext cx="357399" cy="357399"/>
                </a:xfrm>
                <a:prstGeom prst="donut">
                  <a:avLst>
                    <a:gd name="adj" fmla="val 4738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grpSp>
            <p:nvGrpSpPr>
              <p:cNvPr id="1660" name="グループ化 1659">
                <a:extLst>
                  <a:ext uri="{FF2B5EF4-FFF2-40B4-BE49-F238E27FC236}">
                    <a16:creationId xmlns:a16="http://schemas.microsoft.com/office/drawing/2014/main" id="{00A294C1-5CC5-AAA4-6ED0-1349C80396FC}"/>
                  </a:ext>
                </a:extLst>
              </p:cNvPr>
              <p:cNvGrpSpPr/>
              <p:nvPr/>
            </p:nvGrpSpPr>
            <p:grpSpPr>
              <a:xfrm>
                <a:off x="2355271" y="3028460"/>
                <a:ext cx="424986" cy="791342"/>
                <a:chOff x="1565976" y="3097553"/>
                <a:chExt cx="424986" cy="791342"/>
              </a:xfrm>
              <a:solidFill>
                <a:schemeClr val="bg1"/>
              </a:solidFill>
              <a:effectLst>
                <a:outerShdw dist="38100" dir="6600000" sx="110000" sy="110000" algn="br" rotWithShape="0">
                  <a:schemeClr val="accent1">
                    <a:lumMod val="75000"/>
                  </a:schemeClr>
                </a:outerShdw>
              </a:effectLst>
            </p:grpSpPr>
            <p:sp>
              <p:nvSpPr>
                <p:cNvPr id="1658" name="正方形/長方形 1657">
                  <a:extLst>
                    <a:ext uri="{FF2B5EF4-FFF2-40B4-BE49-F238E27FC236}">
                      <a16:creationId xmlns:a16="http://schemas.microsoft.com/office/drawing/2014/main" id="{9BE8DB41-5F3D-BE2E-015E-9D6A767751AD}"/>
                    </a:ext>
                  </a:extLst>
                </p:cNvPr>
                <p:cNvSpPr/>
                <p:nvPr/>
              </p:nvSpPr>
              <p:spPr>
                <a:xfrm rot="8973514">
                  <a:off x="1742242" y="3186372"/>
                  <a:ext cx="45719" cy="467268"/>
                </a:xfrm>
                <a:prstGeom prst="rect">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55" name="矢印: 五方向 1654">
                  <a:extLst>
                    <a:ext uri="{FF2B5EF4-FFF2-40B4-BE49-F238E27FC236}">
                      <a16:creationId xmlns:a16="http://schemas.microsoft.com/office/drawing/2014/main" id="{1E7E9267-074A-F288-3B7F-260C792DDB16}"/>
                    </a:ext>
                  </a:extLst>
                </p:cNvPr>
                <p:cNvSpPr/>
                <p:nvPr/>
              </p:nvSpPr>
              <p:spPr>
                <a:xfrm rot="3600000">
                  <a:off x="1524058" y="3139471"/>
                  <a:ext cx="241997" cy="158162"/>
                </a:xfrm>
                <a:prstGeom prst="homePlat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59" name="正方形/長方形 1658">
                  <a:extLst>
                    <a:ext uri="{FF2B5EF4-FFF2-40B4-BE49-F238E27FC236}">
                      <a16:creationId xmlns:a16="http://schemas.microsoft.com/office/drawing/2014/main" id="{4B20F517-CD7C-4417-E3B2-249C2DAF41C1}"/>
                    </a:ext>
                  </a:extLst>
                </p:cNvPr>
                <p:cNvSpPr/>
                <p:nvPr/>
              </p:nvSpPr>
              <p:spPr>
                <a:xfrm rot="8973514">
                  <a:off x="1868040" y="3493257"/>
                  <a:ext cx="122922" cy="395638"/>
                </a:xfrm>
                <a:prstGeom prst="rect">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grpSp>
        <p:nvGrpSpPr>
          <p:cNvPr id="1689" name="グループ化 1688">
            <a:extLst>
              <a:ext uri="{FF2B5EF4-FFF2-40B4-BE49-F238E27FC236}">
                <a16:creationId xmlns:a16="http://schemas.microsoft.com/office/drawing/2014/main" id="{AA0D9E59-407E-1E7D-3132-4DC78CA41F3B}"/>
              </a:ext>
            </a:extLst>
          </p:cNvPr>
          <p:cNvGrpSpPr/>
          <p:nvPr/>
        </p:nvGrpSpPr>
        <p:grpSpPr>
          <a:xfrm>
            <a:off x="5711052" y="1236257"/>
            <a:ext cx="2285451" cy="2651123"/>
            <a:chOff x="193814" y="4193673"/>
            <a:chExt cx="2285451" cy="2651123"/>
          </a:xfrm>
        </p:grpSpPr>
        <p:sp>
          <p:nvSpPr>
            <p:cNvPr id="1670" name="六角形 1669">
              <a:extLst>
                <a:ext uri="{FF2B5EF4-FFF2-40B4-BE49-F238E27FC236}">
                  <a16:creationId xmlns:a16="http://schemas.microsoft.com/office/drawing/2014/main" id="{E7244717-CEB5-77BF-EA3A-E655ED329261}"/>
                </a:ext>
              </a:extLst>
            </p:cNvPr>
            <p:cNvSpPr>
              <a:spLocks noChangeAspect="1"/>
            </p:cNvSpPr>
            <p:nvPr/>
          </p:nvSpPr>
          <p:spPr>
            <a:xfrm rot="5400000">
              <a:off x="10978" y="4376509"/>
              <a:ext cx="2651123" cy="2285451"/>
            </a:xfrm>
            <a:prstGeom prst="hexagon">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687" name="グループ化 1686">
              <a:extLst>
                <a:ext uri="{FF2B5EF4-FFF2-40B4-BE49-F238E27FC236}">
                  <a16:creationId xmlns:a16="http://schemas.microsoft.com/office/drawing/2014/main" id="{037FCC05-9708-9F35-890E-2C4DAB70D415}"/>
                </a:ext>
              </a:extLst>
            </p:cNvPr>
            <p:cNvGrpSpPr/>
            <p:nvPr/>
          </p:nvGrpSpPr>
          <p:grpSpPr>
            <a:xfrm>
              <a:off x="651103" y="4806555"/>
              <a:ext cx="1363600" cy="1425358"/>
              <a:chOff x="651103" y="4755125"/>
              <a:chExt cx="1363600" cy="1425358"/>
            </a:xfrm>
          </p:grpSpPr>
          <p:grpSp>
            <p:nvGrpSpPr>
              <p:cNvPr id="1679" name="グループ化 1678">
                <a:extLst>
                  <a:ext uri="{FF2B5EF4-FFF2-40B4-BE49-F238E27FC236}">
                    <a16:creationId xmlns:a16="http://schemas.microsoft.com/office/drawing/2014/main" id="{428CB8F6-8AEF-BE6E-75E4-27B01E26C065}"/>
                  </a:ext>
                </a:extLst>
              </p:cNvPr>
              <p:cNvGrpSpPr/>
              <p:nvPr/>
            </p:nvGrpSpPr>
            <p:grpSpPr>
              <a:xfrm>
                <a:off x="651103" y="4755125"/>
                <a:ext cx="1363600" cy="1060347"/>
                <a:chOff x="651103" y="4755125"/>
                <a:chExt cx="1363600" cy="1060347"/>
              </a:xfrm>
            </p:grpSpPr>
            <p:sp>
              <p:nvSpPr>
                <p:cNvPr id="1674" name="楕円 1673">
                  <a:extLst>
                    <a:ext uri="{FF2B5EF4-FFF2-40B4-BE49-F238E27FC236}">
                      <a16:creationId xmlns:a16="http://schemas.microsoft.com/office/drawing/2014/main" id="{F04F7B47-3889-BCB5-9CA0-46246C83A879}"/>
                    </a:ext>
                  </a:extLst>
                </p:cNvPr>
                <p:cNvSpPr/>
                <p:nvPr/>
              </p:nvSpPr>
              <p:spPr>
                <a:xfrm>
                  <a:off x="731039" y="5480377"/>
                  <a:ext cx="224178" cy="33509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3" name="六角形 1672">
                  <a:extLst>
                    <a:ext uri="{FF2B5EF4-FFF2-40B4-BE49-F238E27FC236}">
                      <a16:creationId xmlns:a16="http://schemas.microsoft.com/office/drawing/2014/main" id="{C8E61F50-3FA1-5997-5E9B-C1717FC73F74}"/>
                    </a:ext>
                  </a:extLst>
                </p:cNvPr>
                <p:cNvSpPr/>
                <p:nvPr/>
              </p:nvSpPr>
              <p:spPr>
                <a:xfrm>
                  <a:off x="806187" y="4755125"/>
                  <a:ext cx="1060704" cy="783762"/>
                </a:xfrm>
                <a:prstGeom prst="hexagon">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5" name="楕円 1674">
                  <a:extLst>
                    <a:ext uri="{FF2B5EF4-FFF2-40B4-BE49-F238E27FC236}">
                      <a16:creationId xmlns:a16="http://schemas.microsoft.com/office/drawing/2014/main" id="{0A54BD21-EF69-D992-4D6C-538417D982AB}"/>
                    </a:ext>
                  </a:extLst>
                </p:cNvPr>
                <p:cNvSpPr/>
                <p:nvPr/>
              </p:nvSpPr>
              <p:spPr>
                <a:xfrm>
                  <a:off x="1715535" y="5480377"/>
                  <a:ext cx="224178" cy="33509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8" name="六角形 1677">
                  <a:extLst>
                    <a:ext uri="{FF2B5EF4-FFF2-40B4-BE49-F238E27FC236}">
                      <a16:creationId xmlns:a16="http://schemas.microsoft.com/office/drawing/2014/main" id="{BA1EFC83-029E-FC38-AE36-F08BB81B4E48}"/>
                    </a:ext>
                  </a:extLst>
                </p:cNvPr>
                <p:cNvSpPr>
                  <a:spLocks noChangeAspect="1"/>
                </p:cNvSpPr>
                <p:nvPr/>
              </p:nvSpPr>
              <p:spPr>
                <a:xfrm>
                  <a:off x="945351" y="4838688"/>
                  <a:ext cx="766318" cy="566238"/>
                </a:xfrm>
                <a:prstGeom prst="hexagon">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2" name="四角形: 上の 2 つの角を切り取る 1671">
                  <a:extLst>
                    <a:ext uri="{FF2B5EF4-FFF2-40B4-BE49-F238E27FC236}">
                      <a16:creationId xmlns:a16="http://schemas.microsoft.com/office/drawing/2014/main" id="{5ABFF8BD-3A16-072C-5525-732655A4ED3D}"/>
                    </a:ext>
                  </a:extLst>
                </p:cNvPr>
                <p:cNvSpPr>
                  <a:spLocks noChangeAspect="1"/>
                </p:cNvSpPr>
                <p:nvPr/>
              </p:nvSpPr>
              <p:spPr>
                <a:xfrm>
                  <a:off x="651103" y="5143499"/>
                  <a:ext cx="1363600" cy="504425"/>
                </a:xfrm>
                <a:prstGeom prst="snip2SameRect">
                  <a:avLst>
                    <a:gd name="adj1" fmla="val 30795"/>
                    <a:gd name="adj2" fmla="val 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6" name="楕円 1675">
                  <a:extLst>
                    <a:ext uri="{FF2B5EF4-FFF2-40B4-BE49-F238E27FC236}">
                      <a16:creationId xmlns:a16="http://schemas.microsoft.com/office/drawing/2014/main" id="{8F142BC3-2BF9-66C2-9A16-4246900ACCE1}"/>
                    </a:ext>
                  </a:extLst>
                </p:cNvPr>
                <p:cNvSpPr>
                  <a:spLocks/>
                </p:cNvSpPr>
                <p:nvPr/>
              </p:nvSpPr>
              <p:spPr>
                <a:xfrm>
                  <a:off x="775628" y="5395693"/>
                  <a:ext cx="144000" cy="162000"/>
                </a:xfrm>
                <a:prstGeom prst="ellipse">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7" name="楕円 1676">
                  <a:extLst>
                    <a:ext uri="{FF2B5EF4-FFF2-40B4-BE49-F238E27FC236}">
                      <a16:creationId xmlns:a16="http://schemas.microsoft.com/office/drawing/2014/main" id="{7114E1CF-08D2-F49A-91CB-AB85008F5B39}"/>
                    </a:ext>
                  </a:extLst>
                </p:cNvPr>
                <p:cNvSpPr>
                  <a:spLocks/>
                </p:cNvSpPr>
                <p:nvPr/>
              </p:nvSpPr>
              <p:spPr>
                <a:xfrm>
                  <a:off x="1756500" y="5404926"/>
                  <a:ext cx="144000" cy="162000"/>
                </a:xfrm>
                <a:prstGeom prst="ellipse">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686" name="グループ化 1685">
                <a:extLst>
                  <a:ext uri="{FF2B5EF4-FFF2-40B4-BE49-F238E27FC236}">
                    <a16:creationId xmlns:a16="http://schemas.microsoft.com/office/drawing/2014/main" id="{1F40C5F2-35F6-9190-C857-366845F2579E}"/>
                  </a:ext>
                </a:extLst>
              </p:cNvPr>
              <p:cNvGrpSpPr/>
              <p:nvPr/>
            </p:nvGrpSpPr>
            <p:grpSpPr>
              <a:xfrm rot="632388">
                <a:off x="1117279" y="4772902"/>
                <a:ext cx="805274" cy="1407581"/>
                <a:chOff x="1595479" y="5291555"/>
                <a:chExt cx="805274" cy="1407581"/>
              </a:xfrm>
              <a:effectLst>
                <a:outerShdw dist="63500" dir="10800000" sx="107000" sy="107000" algn="tr" rotWithShape="0">
                  <a:schemeClr val="tx2">
                    <a:lumMod val="75000"/>
                    <a:lumOff val="25000"/>
                  </a:schemeClr>
                </a:outerShdw>
              </a:effectLst>
            </p:grpSpPr>
            <p:grpSp>
              <p:nvGrpSpPr>
                <p:cNvPr id="1684" name="グループ化 1683">
                  <a:extLst>
                    <a:ext uri="{FF2B5EF4-FFF2-40B4-BE49-F238E27FC236}">
                      <a16:creationId xmlns:a16="http://schemas.microsoft.com/office/drawing/2014/main" id="{A62A21E6-0DEA-BB54-6DE1-D0ECE3037C62}"/>
                    </a:ext>
                  </a:extLst>
                </p:cNvPr>
                <p:cNvGrpSpPr/>
                <p:nvPr/>
              </p:nvGrpSpPr>
              <p:grpSpPr>
                <a:xfrm rot="18410932">
                  <a:off x="1853628" y="5329558"/>
                  <a:ext cx="585127" cy="509122"/>
                  <a:chOff x="1101965" y="5882195"/>
                  <a:chExt cx="585127" cy="509122"/>
                </a:xfrm>
              </p:grpSpPr>
              <p:sp>
                <p:nvSpPr>
                  <p:cNvPr id="1682" name="楕円 1681">
                    <a:extLst>
                      <a:ext uri="{FF2B5EF4-FFF2-40B4-BE49-F238E27FC236}">
                        <a16:creationId xmlns:a16="http://schemas.microsoft.com/office/drawing/2014/main" id="{C494825C-1B73-8658-F01D-79DDD4BD0D52}"/>
                      </a:ext>
                    </a:extLst>
                  </p:cNvPr>
                  <p:cNvSpPr>
                    <a:spLocks noChangeAspect="1"/>
                  </p:cNvSpPr>
                  <p:nvPr/>
                </p:nvSpPr>
                <p:spPr>
                  <a:xfrm>
                    <a:off x="1101965" y="5882195"/>
                    <a:ext cx="509122" cy="50912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83" name="正方形/長方形 1682">
                    <a:extLst>
                      <a:ext uri="{FF2B5EF4-FFF2-40B4-BE49-F238E27FC236}">
                        <a16:creationId xmlns:a16="http://schemas.microsoft.com/office/drawing/2014/main" id="{933A298C-EE4D-3BAB-D25C-57D24D0BE8EB}"/>
                      </a:ext>
                    </a:extLst>
                  </p:cNvPr>
                  <p:cNvSpPr/>
                  <p:nvPr/>
                </p:nvSpPr>
                <p:spPr>
                  <a:xfrm>
                    <a:off x="1343880" y="6024415"/>
                    <a:ext cx="343212" cy="225815"/>
                  </a:xfrm>
                  <a:prstGeom prst="rect">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85" name="フローチャート: 処理 1684">
                  <a:extLst>
                    <a:ext uri="{FF2B5EF4-FFF2-40B4-BE49-F238E27FC236}">
                      <a16:creationId xmlns:a16="http://schemas.microsoft.com/office/drawing/2014/main" id="{441DAADF-BBBD-C4C0-B23D-E80E1346DE84}"/>
                    </a:ext>
                  </a:extLst>
                </p:cNvPr>
                <p:cNvSpPr/>
                <p:nvPr/>
              </p:nvSpPr>
              <p:spPr>
                <a:xfrm rot="18659793">
                  <a:off x="1146627" y="6090161"/>
                  <a:ext cx="1057827" cy="160123"/>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grpSp>
        <p:nvGrpSpPr>
          <p:cNvPr id="1733" name="グループ化 1732">
            <a:extLst>
              <a:ext uri="{FF2B5EF4-FFF2-40B4-BE49-F238E27FC236}">
                <a16:creationId xmlns:a16="http://schemas.microsoft.com/office/drawing/2014/main" id="{AD3B197E-1A2F-6316-2F65-785652EACAAF}"/>
              </a:ext>
            </a:extLst>
          </p:cNvPr>
          <p:cNvGrpSpPr/>
          <p:nvPr/>
        </p:nvGrpSpPr>
        <p:grpSpPr>
          <a:xfrm>
            <a:off x="5717221" y="3905052"/>
            <a:ext cx="2285451" cy="2651123"/>
            <a:chOff x="406528" y="2275402"/>
            <a:chExt cx="2285451" cy="2651123"/>
          </a:xfrm>
        </p:grpSpPr>
        <p:sp>
          <p:nvSpPr>
            <p:cNvPr id="1703" name="六角形 1702">
              <a:extLst>
                <a:ext uri="{FF2B5EF4-FFF2-40B4-BE49-F238E27FC236}">
                  <a16:creationId xmlns:a16="http://schemas.microsoft.com/office/drawing/2014/main" id="{1C518D18-7067-7E8D-1BA0-822F122CD4EA}"/>
                </a:ext>
              </a:extLst>
            </p:cNvPr>
            <p:cNvSpPr>
              <a:spLocks noChangeAspect="1"/>
            </p:cNvSpPr>
            <p:nvPr/>
          </p:nvSpPr>
          <p:spPr>
            <a:xfrm rot="5400000">
              <a:off x="223692" y="2458238"/>
              <a:ext cx="2651123" cy="2285451"/>
            </a:xfrm>
            <a:prstGeom prst="hexagon">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31" name="グループ化 1730">
              <a:extLst>
                <a:ext uri="{FF2B5EF4-FFF2-40B4-BE49-F238E27FC236}">
                  <a16:creationId xmlns:a16="http://schemas.microsoft.com/office/drawing/2014/main" id="{5B6C2A00-8465-B760-F152-550F770568E7}"/>
                </a:ext>
              </a:extLst>
            </p:cNvPr>
            <p:cNvGrpSpPr/>
            <p:nvPr/>
          </p:nvGrpSpPr>
          <p:grpSpPr>
            <a:xfrm>
              <a:off x="1070291" y="2710656"/>
              <a:ext cx="964296" cy="1780614"/>
              <a:chOff x="1044704" y="2651121"/>
              <a:chExt cx="964296" cy="1780614"/>
            </a:xfrm>
          </p:grpSpPr>
          <p:grpSp>
            <p:nvGrpSpPr>
              <p:cNvPr id="1729" name="グループ化 1728">
                <a:extLst>
                  <a:ext uri="{FF2B5EF4-FFF2-40B4-BE49-F238E27FC236}">
                    <a16:creationId xmlns:a16="http://schemas.microsoft.com/office/drawing/2014/main" id="{95E7A757-426E-3FEC-2694-5FEC5C385B8B}"/>
                  </a:ext>
                </a:extLst>
              </p:cNvPr>
              <p:cNvGrpSpPr/>
              <p:nvPr/>
            </p:nvGrpSpPr>
            <p:grpSpPr>
              <a:xfrm>
                <a:off x="1097485" y="2651121"/>
                <a:ext cx="846371" cy="752442"/>
                <a:chOff x="1097485" y="2651121"/>
                <a:chExt cx="846371" cy="752442"/>
              </a:xfrm>
            </p:grpSpPr>
            <p:sp>
              <p:nvSpPr>
                <p:cNvPr id="1714" name="フローチャート: 処理 1713">
                  <a:extLst>
                    <a:ext uri="{FF2B5EF4-FFF2-40B4-BE49-F238E27FC236}">
                      <a16:creationId xmlns:a16="http://schemas.microsoft.com/office/drawing/2014/main" id="{93027D08-AE20-3751-F12C-BA7B59FB8A91}"/>
                    </a:ext>
                  </a:extLst>
                </p:cNvPr>
                <p:cNvSpPr/>
                <p:nvPr/>
              </p:nvSpPr>
              <p:spPr>
                <a:xfrm>
                  <a:off x="1143122" y="2651121"/>
                  <a:ext cx="748002" cy="752442"/>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17" name="グループ化 1716">
                  <a:extLst>
                    <a:ext uri="{FF2B5EF4-FFF2-40B4-BE49-F238E27FC236}">
                      <a16:creationId xmlns:a16="http://schemas.microsoft.com/office/drawing/2014/main" id="{CE9D7441-34D5-1DF4-A06A-EBA75AF84EC1}"/>
                    </a:ext>
                  </a:extLst>
                </p:cNvPr>
                <p:cNvGrpSpPr/>
                <p:nvPr/>
              </p:nvGrpSpPr>
              <p:grpSpPr>
                <a:xfrm>
                  <a:off x="1251433" y="2835168"/>
                  <a:ext cx="540000" cy="540000"/>
                  <a:chOff x="1279253" y="3018768"/>
                  <a:chExt cx="540000" cy="540000"/>
                </a:xfrm>
              </p:grpSpPr>
              <p:sp>
                <p:nvSpPr>
                  <p:cNvPr id="1715" name="楕円 1714">
                    <a:extLst>
                      <a:ext uri="{FF2B5EF4-FFF2-40B4-BE49-F238E27FC236}">
                        <a16:creationId xmlns:a16="http://schemas.microsoft.com/office/drawing/2014/main" id="{F4CE8200-1B6E-DF40-97BE-46DA1B4C7EEB}"/>
                      </a:ext>
                    </a:extLst>
                  </p:cNvPr>
                  <p:cNvSpPr>
                    <a:spLocks noChangeAspect="1"/>
                  </p:cNvSpPr>
                  <p:nvPr/>
                </p:nvSpPr>
                <p:spPr>
                  <a:xfrm>
                    <a:off x="1279253" y="3018768"/>
                    <a:ext cx="540000" cy="540000"/>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16" name="楕円 1715">
                    <a:extLst>
                      <a:ext uri="{FF2B5EF4-FFF2-40B4-BE49-F238E27FC236}">
                        <a16:creationId xmlns:a16="http://schemas.microsoft.com/office/drawing/2014/main" id="{C0C20CB6-4B91-9641-5E6D-B3CE5A4C8FFA}"/>
                      </a:ext>
                    </a:extLst>
                  </p:cNvPr>
                  <p:cNvSpPr>
                    <a:spLocks noChangeAspect="1"/>
                  </p:cNvSpPr>
                  <p:nvPr/>
                </p:nvSpPr>
                <p:spPr>
                  <a:xfrm>
                    <a:off x="1369253" y="3108768"/>
                    <a:ext cx="360000" cy="360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723" name="フローチャート: 処理 1722">
                  <a:extLst>
                    <a:ext uri="{FF2B5EF4-FFF2-40B4-BE49-F238E27FC236}">
                      <a16:creationId xmlns:a16="http://schemas.microsoft.com/office/drawing/2014/main" id="{97686B18-8CDF-9519-C872-F7153D527058}"/>
                    </a:ext>
                  </a:extLst>
                </p:cNvPr>
                <p:cNvSpPr/>
                <p:nvPr/>
              </p:nvSpPr>
              <p:spPr>
                <a:xfrm rot="5400000">
                  <a:off x="1680277" y="3139984"/>
                  <a:ext cx="437158" cy="90000"/>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24" name="フローチャート: 処理 1723">
                  <a:extLst>
                    <a:ext uri="{FF2B5EF4-FFF2-40B4-BE49-F238E27FC236}">
                      <a16:creationId xmlns:a16="http://schemas.microsoft.com/office/drawing/2014/main" id="{12C206D5-3A60-4BCB-1BBB-964700FCB20F}"/>
                    </a:ext>
                  </a:extLst>
                </p:cNvPr>
                <p:cNvSpPr/>
                <p:nvPr/>
              </p:nvSpPr>
              <p:spPr>
                <a:xfrm rot="5400000">
                  <a:off x="923906" y="3139985"/>
                  <a:ext cx="437157" cy="90000"/>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30" name="グループ化 1729">
                <a:extLst>
                  <a:ext uri="{FF2B5EF4-FFF2-40B4-BE49-F238E27FC236}">
                    <a16:creationId xmlns:a16="http://schemas.microsoft.com/office/drawing/2014/main" id="{FD2B4BC5-50EB-29A9-9212-951EE1D6B849}"/>
                  </a:ext>
                </a:extLst>
              </p:cNvPr>
              <p:cNvGrpSpPr/>
              <p:nvPr/>
            </p:nvGrpSpPr>
            <p:grpSpPr>
              <a:xfrm>
                <a:off x="1044704" y="3442154"/>
                <a:ext cx="964296" cy="989581"/>
                <a:chOff x="1045889" y="3464208"/>
                <a:chExt cx="964296" cy="989581"/>
              </a:xfrm>
            </p:grpSpPr>
            <p:sp>
              <p:nvSpPr>
                <p:cNvPr id="1722" name="フローチャート: 処理 1721">
                  <a:extLst>
                    <a:ext uri="{FF2B5EF4-FFF2-40B4-BE49-F238E27FC236}">
                      <a16:creationId xmlns:a16="http://schemas.microsoft.com/office/drawing/2014/main" id="{75FA5984-C020-58D0-05B5-1459CD484006}"/>
                    </a:ext>
                  </a:extLst>
                </p:cNvPr>
                <p:cNvSpPr/>
                <p:nvPr/>
              </p:nvSpPr>
              <p:spPr>
                <a:xfrm>
                  <a:off x="1150855" y="3468997"/>
                  <a:ext cx="748001" cy="90000"/>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25" name="フローチャート: 処理 1724">
                  <a:extLst>
                    <a:ext uri="{FF2B5EF4-FFF2-40B4-BE49-F238E27FC236}">
                      <a16:creationId xmlns:a16="http://schemas.microsoft.com/office/drawing/2014/main" id="{B256C988-8770-7963-EC02-62C4E04A6B47}"/>
                    </a:ext>
                  </a:extLst>
                </p:cNvPr>
                <p:cNvSpPr/>
                <p:nvPr/>
              </p:nvSpPr>
              <p:spPr>
                <a:xfrm rot="5400000">
                  <a:off x="1034946" y="3925325"/>
                  <a:ext cx="964624" cy="90000"/>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26" name="フローチャート: 処理 1725">
                  <a:extLst>
                    <a:ext uri="{FF2B5EF4-FFF2-40B4-BE49-F238E27FC236}">
                      <a16:creationId xmlns:a16="http://schemas.microsoft.com/office/drawing/2014/main" id="{ADA344E4-750F-A628-DFD6-087F234A0711}"/>
                    </a:ext>
                  </a:extLst>
                </p:cNvPr>
                <p:cNvSpPr/>
                <p:nvPr/>
              </p:nvSpPr>
              <p:spPr>
                <a:xfrm rot="4500000">
                  <a:off x="1482873" y="3926477"/>
                  <a:ext cx="964624" cy="90000"/>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27" name="フローチャート: 処理 1726">
                  <a:extLst>
                    <a:ext uri="{FF2B5EF4-FFF2-40B4-BE49-F238E27FC236}">
                      <a16:creationId xmlns:a16="http://schemas.microsoft.com/office/drawing/2014/main" id="{52D7F883-D956-D02E-771D-AFD8EEE5F429}"/>
                    </a:ext>
                  </a:extLst>
                </p:cNvPr>
                <p:cNvSpPr/>
                <p:nvPr/>
              </p:nvSpPr>
              <p:spPr>
                <a:xfrm rot="6300000">
                  <a:off x="608577" y="3901520"/>
                  <a:ext cx="964624" cy="90000"/>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sp>
        <p:nvSpPr>
          <p:cNvPr id="2" name="テキスト ボックス 1">
            <a:extLst>
              <a:ext uri="{FF2B5EF4-FFF2-40B4-BE49-F238E27FC236}">
                <a16:creationId xmlns:a16="http://schemas.microsoft.com/office/drawing/2014/main" id="{689B1CF2-6443-E357-A0BD-319E986579A4}"/>
              </a:ext>
            </a:extLst>
          </p:cNvPr>
          <p:cNvSpPr txBox="1">
            <a:spLocks/>
          </p:cNvSpPr>
          <p:nvPr/>
        </p:nvSpPr>
        <p:spPr>
          <a:xfrm>
            <a:off x="-90309" y="-100092"/>
            <a:ext cx="6186309" cy="646331"/>
          </a:xfrm>
          <a:prstGeom prst="rect">
            <a:avLst/>
          </a:prstGeom>
          <a:noFill/>
        </p:spPr>
        <p:txBody>
          <a:bodyPr wrap="none" rtlCol="0">
            <a:spAutoFit/>
          </a:bodyPr>
          <a:lstStyle/>
          <a:p>
            <a:r>
              <a:rPr lang="ja-JP" altLang="en-US" sz="3600" u="sng" dirty="0">
                <a:solidFill>
                  <a:schemeClr val="bg2"/>
                </a:solidFill>
                <a:latin typeface="ＭＳ ゴシック" panose="020B0609070205080204" pitchFamily="49" charset="-128"/>
                <a:ea typeface="ＭＳ ゴシック" panose="020B0609070205080204" pitchFamily="49" charset="-128"/>
              </a:rPr>
              <a:t>ものづくりコンテストとは？</a:t>
            </a:r>
            <a:endParaRPr kumimoji="1" lang="ja-JP" altLang="en-US" sz="3600" u="sng" dirty="0">
              <a:solidFill>
                <a:schemeClr val="bg2"/>
              </a:solidFill>
              <a:latin typeface="ＭＳ ゴシック" panose="020B0609070205080204" pitchFamily="49" charset="-128"/>
              <a:ea typeface="ＭＳ ゴシック" panose="020B0609070205080204" pitchFamily="49" charset="-128"/>
            </a:endParaRPr>
          </a:p>
        </p:txBody>
      </p:sp>
      <p:sp>
        <p:nvSpPr>
          <p:cNvPr id="9" name="テキスト ボックス 8">
            <a:extLst>
              <a:ext uri="{FF2B5EF4-FFF2-40B4-BE49-F238E27FC236}">
                <a16:creationId xmlns:a16="http://schemas.microsoft.com/office/drawing/2014/main" id="{14E1D82A-0687-51AA-9351-EDA500DC3A01}"/>
              </a:ext>
            </a:extLst>
          </p:cNvPr>
          <p:cNvSpPr txBox="1"/>
          <p:nvPr/>
        </p:nvSpPr>
        <p:spPr>
          <a:xfrm>
            <a:off x="2426205" y="2201989"/>
            <a:ext cx="3262432"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旋盤作業部門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sp>
        <p:nvSpPr>
          <p:cNvPr id="10" name="テキスト ボックス 9">
            <a:extLst>
              <a:ext uri="{FF2B5EF4-FFF2-40B4-BE49-F238E27FC236}">
                <a16:creationId xmlns:a16="http://schemas.microsoft.com/office/drawing/2014/main" id="{9C6FF60D-00A5-7D2F-0962-DFE1A77512B3}"/>
              </a:ext>
            </a:extLst>
          </p:cNvPr>
          <p:cNvSpPr txBox="1"/>
          <p:nvPr/>
        </p:nvSpPr>
        <p:spPr>
          <a:xfrm>
            <a:off x="7996502" y="2198352"/>
            <a:ext cx="3775393"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自動車整備部門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sp>
        <p:nvSpPr>
          <p:cNvPr id="12" name="テキスト ボックス 11">
            <a:extLst>
              <a:ext uri="{FF2B5EF4-FFF2-40B4-BE49-F238E27FC236}">
                <a16:creationId xmlns:a16="http://schemas.microsoft.com/office/drawing/2014/main" id="{F7BF4112-9A86-DD25-0C3C-938D8CC4F0DC}"/>
              </a:ext>
            </a:extLst>
          </p:cNvPr>
          <p:cNvSpPr txBox="1"/>
          <p:nvPr/>
        </p:nvSpPr>
        <p:spPr>
          <a:xfrm>
            <a:off x="2417851" y="4738805"/>
            <a:ext cx="3262432"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化学分析部門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sp>
        <p:nvSpPr>
          <p:cNvPr id="13" name="テキスト ボックス 12">
            <a:extLst>
              <a:ext uri="{FF2B5EF4-FFF2-40B4-BE49-F238E27FC236}">
                <a16:creationId xmlns:a16="http://schemas.microsoft.com/office/drawing/2014/main" id="{F2E64CB2-6423-140F-8370-8AF099179237}"/>
              </a:ext>
            </a:extLst>
          </p:cNvPr>
          <p:cNvSpPr txBox="1"/>
          <p:nvPr/>
        </p:nvSpPr>
        <p:spPr>
          <a:xfrm>
            <a:off x="7987030" y="4827185"/>
            <a:ext cx="2236510"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測量部門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8399418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0000">
        <p159:morph option="byObject"/>
      </p:transition>
    </mc:Choice>
    <mc:Fallback xmlns="">
      <p:transition spd="slow" advTm="2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624">
                                            <p:txEl>
                                              <p:pRg st="0" end="0"/>
                                            </p:txEl>
                                          </p:spTgt>
                                        </p:tgtEl>
                                        <p:attrNameLst>
                                          <p:attrName>style.visibility</p:attrName>
                                        </p:attrNameLst>
                                      </p:cBhvr>
                                      <p:to>
                                        <p:strVal val="visible"/>
                                      </p:to>
                                    </p:set>
                                    <p:animEffect transition="in" filter="wipe(left)">
                                      <p:cBhvr>
                                        <p:cTn id="7" dur="1000"/>
                                        <p:tgtEl>
                                          <p:spTgt spid="1624">
                                            <p:txEl>
                                              <p:pRg st="0" end="0"/>
                                            </p:txEl>
                                          </p:spTgt>
                                        </p:tgtEl>
                                      </p:cBhvr>
                                    </p:animEffect>
                                  </p:childTnLst>
                                </p:cTn>
                              </p:par>
                            </p:childTnLst>
                          </p:cTn>
                        </p:par>
                        <p:par>
                          <p:cTn id="8" fill="hold">
                            <p:stCondLst>
                              <p:cond delay="1000"/>
                            </p:stCondLst>
                            <p:childTnLst>
                              <p:par>
                                <p:cTn id="9" presetID="14" presetClass="entr" presetSubtype="10" fill="hold" nodeType="afterEffect">
                                  <p:stCondLst>
                                    <p:cond delay="0"/>
                                  </p:stCondLst>
                                  <p:childTnLst>
                                    <p:set>
                                      <p:cBhvr>
                                        <p:cTn id="10" dur="1" fill="hold">
                                          <p:stCondLst>
                                            <p:cond delay="0"/>
                                          </p:stCondLst>
                                        </p:cTn>
                                        <p:tgtEl>
                                          <p:spTgt spid="1671"/>
                                        </p:tgtEl>
                                        <p:attrNameLst>
                                          <p:attrName>style.visibility</p:attrName>
                                        </p:attrNameLst>
                                      </p:cBhvr>
                                      <p:to>
                                        <p:strVal val="visible"/>
                                      </p:to>
                                    </p:set>
                                    <p:animEffect transition="in" filter="randombar(horizontal)">
                                      <p:cBhvr>
                                        <p:cTn id="11" dur="500"/>
                                        <p:tgtEl>
                                          <p:spTgt spid="1671"/>
                                        </p:tgtEl>
                                      </p:cBhvr>
                                    </p:animEffect>
                                  </p:childTnLst>
                                </p:cTn>
                              </p:par>
                            </p:childTnLst>
                          </p:cTn>
                        </p:par>
                        <p:par>
                          <p:cTn id="12" fill="hold">
                            <p:stCondLst>
                              <p:cond delay="1500"/>
                            </p:stCondLst>
                            <p:childTnLst>
                              <p:par>
                                <p:cTn id="13" presetID="14" presetClass="entr" presetSubtype="10" fill="hold" nodeType="afterEffect">
                                  <p:stCondLst>
                                    <p:cond delay="0"/>
                                  </p:stCondLst>
                                  <p:childTnLst>
                                    <p:set>
                                      <p:cBhvr>
                                        <p:cTn id="14" dur="1" fill="hold">
                                          <p:stCondLst>
                                            <p:cond delay="0"/>
                                          </p:stCondLst>
                                        </p:cTn>
                                        <p:tgtEl>
                                          <p:spTgt spid="1689"/>
                                        </p:tgtEl>
                                        <p:attrNameLst>
                                          <p:attrName>style.visibility</p:attrName>
                                        </p:attrNameLst>
                                      </p:cBhvr>
                                      <p:to>
                                        <p:strVal val="visible"/>
                                      </p:to>
                                    </p:set>
                                    <p:animEffect transition="in" filter="randombar(horizontal)">
                                      <p:cBhvr>
                                        <p:cTn id="15" dur="500"/>
                                        <p:tgtEl>
                                          <p:spTgt spid="1689"/>
                                        </p:tgtEl>
                                      </p:cBhvr>
                                    </p:animEffect>
                                  </p:childTnLst>
                                </p:cTn>
                              </p:par>
                            </p:childTnLst>
                          </p:cTn>
                        </p:par>
                        <p:par>
                          <p:cTn id="16" fill="hold">
                            <p:stCondLst>
                              <p:cond delay="2000"/>
                            </p:stCondLst>
                            <p:childTnLst>
                              <p:par>
                                <p:cTn id="17" presetID="14" presetClass="entr" presetSubtype="10" fill="hold" nodeType="afterEffect">
                                  <p:stCondLst>
                                    <p:cond delay="0"/>
                                  </p:stCondLst>
                                  <p:childTnLst>
                                    <p:set>
                                      <p:cBhvr>
                                        <p:cTn id="18" dur="1" fill="hold">
                                          <p:stCondLst>
                                            <p:cond delay="0"/>
                                          </p:stCondLst>
                                        </p:cTn>
                                        <p:tgtEl>
                                          <p:spTgt spid="1701"/>
                                        </p:tgtEl>
                                        <p:attrNameLst>
                                          <p:attrName>style.visibility</p:attrName>
                                        </p:attrNameLst>
                                      </p:cBhvr>
                                      <p:to>
                                        <p:strVal val="visible"/>
                                      </p:to>
                                    </p:set>
                                    <p:animEffect transition="in" filter="randombar(horizontal)">
                                      <p:cBhvr>
                                        <p:cTn id="19" dur="500"/>
                                        <p:tgtEl>
                                          <p:spTgt spid="1701"/>
                                        </p:tgtEl>
                                      </p:cBhvr>
                                    </p:animEffect>
                                  </p:childTnLst>
                                </p:cTn>
                              </p:par>
                            </p:childTnLst>
                          </p:cTn>
                        </p:par>
                        <p:par>
                          <p:cTn id="20" fill="hold">
                            <p:stCondLst>
                              <p:cond delay="2500"/>
                            </p:stCondLst>
                            <p:childTnLst>
                              <p:par>
                                <p:cTn id="21" presetID="14" presetClass="entr" presetSubtype="10" fill="hold" nodeType="afterEffect">
                                  <p:stCondLst>
                                    <p:cond delay="0"/>
                                  </p:stCondLst>
                                  <p:childTnLst>
                                    <p:set>
                                      <p:cBhvr>
                                        <p:cTn id="22" dur="1" fill="hold">
                                          <p:stCondLst>
                                            <p:cond delay="0"/>
                                          </p:stCondLst>
                                        </p:cTn>
                                        <p:tgtEl>
                                          <p:spTgt spid="1733"/>
                                        </p:tgtEl>
                                        <p:attrNameLst>
                                          <p:attrName>style.visibility</p:attrName>
                                        </p:attrNameLst>
                                      </p:cBhvr>
                                      <p:to>
                                        <p:strVal val="visible"/>
                                      </p:to>
                                    </p:set>
                                    <p:animEffect transition="in" filter="randombar(horizontal)">
                                      <p:cBhvr>
                                        <p:cTn id="23" dur="500"/>
                                        <p:tgtEl>
                                          <p:spTgt spid="1733"/>
                                        </p:tgtEl>
                                      </p:cBhvr>
                                    </p:animEffect>
                                  </p:childTnLst>
                                </p:cTn>
                              </p:par>
                            </p:childTnLst>
                          </p:cTn>
                        </p:par>
                        <p:par>
                          <p:cTn id="24" fill="hold">
                            <p:stCondLst>
                              <p:cond delay="3000"/>
                            </p:stCondLst>
                            <p:childTnLst>
                              <p:par>
                                <p:cTn id="25" presetID="22" presetClass="entr" presetSubtype="8" fill="hold" nodeType="after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wipe(left)">
                                      <p:cBhvr>
                                        <p:cTn id="27" dur="1000"/>
                                        <p:tgtEl>
                                          <p:spTgt spid="9">
                                            <p:txEl>
                                              <p:pRg st="0" end="0"/>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10">
                                            <p:txEl>
                                              <p:pRg st="0" end="0"/>
                                            </p:txEl>
                                          </p:spTgt>
                                        </p:tgtEl>
                                        <p:attrNameLst>
                                          <p:attrName>style.visibility</p:attrName>
                                        </p:attrNameLst>
                                      </p:cBhvr>
                                      <p:to>
                                        <p:strVal val="visible"/>
                                      </p:to>
                                    </p:set>
                                    <p:animEffect transition="in" filter="wipe(left)">
                                      <p:cBhvr>
                                        <p:cTn id="30" dur="1000"/>
                                        <p:tgtEl>
                                          <p:spTgt spid="10">
                                            <p:txEl>
                                              <p:pRg st="0" end="0"/>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12">
                                            <p:txEl>
                                              <p:pRg st="0" end="0"/>
                                            </p:txEl>
                                          </p:spTgt>
                                        </p:tgtEl>
                                        <p:attrNameLst>
                                          <p:attrName>style.visibility</p:attrName>
                                        </p:attrNameLst>
                                      </p:cBhvr>
                                      <p:to>
                                        <p:strVal val="visible"/>
                                      </p:to>
                                    </p:set>
                                    <p:animEffect transition="in" filter="wipe(left)">
                                      <p:cBhvr>
                                        <p:cTn id="33" dur="1000"/>
                                        <p:tgtEl>
                                          <p:spTgt spid="12">
                                            <p:txEl>
                                              <p:pRg st="0" end="0"/>
                                            </p:txEl>
                                          </p:spTgt>
                                        </p:tgtEl>
                                      </p:cBhvr>
                                    </p:animEffect>
                                  </p:childTnLst>
                                </p:cTn>
                              </p:par>
                              <p:par>
                                <p:cTn id="34" presetID="22" presetClass="entr" presetSubtype="8" fill="hold" nodeType="withEffect">
                                  <p:stCondLst>
                                    <p:cond delay="0"/>
                                  </p:stCondLst>
                                  <p:childTnLst>
                                    <p:set>
                                      <p:cBhvr>
                                        <p:cTn id="35" dur="1" fill="hold">
                                          <p:stCondLst>
                                            <p:cond delay="0"/>
                                          </p:stCondLst>
                                        </p:cTn>
                                        <p:tgtEl>
                                          <p:spTgt spid="13">
                                            <p:txEl>
                                              <p:pRg st="0" end="0"/>
                                            </p:txEl>
                                          </p:spTgt>
                                        </p:tgtEl>
                                        <p:attrNameLst>
                                          <p:attrName>style.visibility</p:attrName>
                                        </p:attrNameLst>
                                      </p:cBhvr>
                                      <p:to>
                                        <p:strVal val="visible"/>
                                      </p:to>
                                    </p:set>
                                    <p:animEffect transition="in" filter="wipe(left)">
                                      <p:cBhvr>
                                        <p:cTn id="36" dur="1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6FEC703E-9CEC-FB7C-C524-97D135712A12}"/>
              </a:ext>
            </a:extLst>
          </p:cNvPr>
          <p:cNvSpPr/>
          <p:nvPr/>
        </p:nvSpPr>
        <p:spPr>
          <a:xfrm>
            <a:off x="0" y="13203"/>
            <a:ext cx="12192000" cy="6844795"/>
          </a:xfrm>
          <a:prstGeom prst="rect">
            <a:avLst/>
          </a:prstGeom>
          <a:pattFill prst="dkDnDiag">
            <a:fgClr>
              <a:schemeClr val="bg2">
                <a:lumMod val="90000"/>
              </a:schemeClr>
            </a:fgClr>
            <a:bgClr>
              <a:schemeClr val="bg2">
                <a:lumMod val="25000"/>
              </a:schemeClr>
            </a:bgClr>
          </a:pattFill>
          <a:ln>
            <a:solidFill>
              <a:schemeClr val="accent1">
                <a:shade val="15000"/>
              </a:schemeClr>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F37FE436-D945-EC90-7B22-33120DDB4DC8}"/>
              </a:ext>
            </a:extLst>
          </p:cNvPr>
          <p:cNvSpPr/>
          <p:nvPr/>
        </p:nvSpPr>
        <p:spPr>
          <a:xfrm>
            <a:off x="0" y="13204"/>
            <a:ext cx="12192000" cy="6844795"/>
          </a:xfrm>
          <a:prstGeom prst="rect">
            <a:avLst/>
          </a:prstGeom>
          <a:solidFill>
            <a:schemeClr val="tx1">
              <a:lumMod val="85000"/>
              <a:lumOff val="15000"/>
              <a:alpha val="75000"/>
            </a:schemeClr>
          </a:solidFill>
          <a:ln>
            <a:solidFill>
              <a:schemeClr val="accent1">
                <a:shade val="15000"/>
                <a:alpha val="9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斜め縞 6">
            <a:extLst>
              <a:ext uri="{FF2B5EF4-FFF2-40B4-BE49-F238E27FC236}">
                <a16:creationId xmlns:a16="http://schemas.microsoft.com/office/drawing/2014/main" id="{8AC073FE-333C-04A9-C5E3-9BF048CE8428}"/>
              </a:ext>
            </a:extLst>
          </p:cNvPr>
          <p:cNvSpPr/>
          <p:nvPr/>
        </p:nvSpPr>
        <p:spPr>
          <a:xfrm>
            <a:off x="0" y="13326"/>
            <a:ext cx="4808918" cy="3406900"/>
          </a:xfrm>
          <a:prstGeom prst="diagStripe">
            <a:avLst>
              <a:gd name="adj" fmla="val 86035"/>
            </a:avLst>
          </a:prstGeom>
          <a:solidFill>
            <a:srgbClr val="FFA700">
              <a:alpha val="95000"/>
            </a:srgbClr>
          </a:solidFill>
          <a:ln>
            <a:solidFill>
              <a:srgbClr val="FFA700">
                <a:alpha val="9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斜め縞 7">
            <a:extLst>
              <a:ext uri="{FF2B5EF4-FFF2-40B4-BE49-F238E27FC236}">
                <a16:creationId xmlns:a16="http://schemas.microsoft.com/office/drawing/2014/main" id="{869FCC37-8FBE-72B8-E6AB-1B098BF1F37B}"/>
              </a:ext>
            </a:extLst>
          </p:cNvPr>
          <p:cNvSpPr/>
          <p:nvPr/>
        </p:nvSpPr>
        <p:spPr>
          <a:xfrm rot="10800000">
            <a:off x="7383082" y="3437897"/>
            <a:ext cx="4808918" cy="3406900"/>
          </a:xfrm>
          <a:prstGeom prst="diagStripe">
            <a:avLst>
              <a:gd name="adj" fmla="val 86035"/>
            </a:avLst>
          </a:prstGeom>
          <a:solidFill>
            <a:srgbClr val="FFA700">
              <a:alpha val="95000"/>
            </a:srgbClr>
          </a:solidFill>
          <a:ln>
            <a:solidFill>
              <a:srgbClr val="FFA700">
                <a:alpha val="9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1" name="直角三角形 10">
            <a:extLst>
              <a:ext uri="{FF2B5EF4-FFF2-40B4-BE49-F238E27FC236}">
                <a16:creationId xmlns:a16="http://schemas.microsoft.com/office/drawing/2014/main" id="{CA60E49C-80A0-4644-ED7D-3BAA784F54FA}"/>
              </a:ext>
            </a:extLst>
          </p:cNvPr>
          <p:cNvSpPr>
            <a:spLocks/>
          </p:cNvSpPr>
          <p:nvPr/>
        </p:nvSpPr>
        <p:spPr>
          <a:xfrm rot="16200000">
            <a:off x="-12545969" y="-1901267"/>
            <a:ext cx="9658347" cy="7833777"/>
          </a:xfrm>
          <a:prstGeom prst="rtTriangle">
            <a:avLst/>
          </a:prstGeom>
          <a:solidFill>
            <a:srgbClr val="FFA700"/>
          </a:solidFill>
          <a:ln>
            <a:solidFill>
              <a:srgbClr val="FFA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dirty="0"/>
          </a:p>
        </p:txBody>
      </p:sp>
      <p:sp>
        <p:nvSpPr>
          <p:cNvPr id="18" name="斜め縞 17">
            <a:extLst>
              <a:ext uri="{FF2B5EF4-FFF2-40B4-BE49-F238E27FC236}">
                <a16:creationId xmlns:a16="http://schemas.microsoft.com/office/drawing/2014/main" id="{9E671865-A0E2-61E1-39F6-FACA901E6FA7}"/>
              </a:ext>
            </a:extLst>
          </p:cNvPr>
          <p:cNvSpPr>
            <a:spLocks/>
          </p:cNvSpPr>
          <p:nvPr/>
        </p:nvSpPr>
        <p:spPr>
          <a:xfrm rot="16200000">
            <a:off x="-4432743" y="3495900"/>
            <a:ext cx="3265458" cy="3475588"/>
          </a:xfrm>
          <a:prstGeom prst="diagStripe">
            <a:avLst>
              <a:gd name="adj" fmla="val 69192"/>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24" name="テキスト ボックス 1623">
            <a:extLst>
              <a:ext uri="{FF2B5EF4-FFF2-40B4-BE49-F238E27FC236}">
                <a16:creationId xmlns:a16="http://schemas.microsoft.com/office/drawing/2014/main" id="{F29FC465-0430-FE81-E10A-A39A28EA74DA}"/>
              </a:ext>
            </a:extLst>
          </p:cNvPr>
          <p:cNvSpPr txBox="1"/>
          <p:nvPr/>
        </p:nvSpPr>
        <p:spPr>
          <a:xfrm>
            <a:off x="104775" y="407364"/>
            <a:ext cx="2749471"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８つの部門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grpSp>
        <p:nvGrpSpPr>
          <p:cNvPr id="1761" name="グループ化 1760">
            <a:extLst>
              <a:ext uri="{FF2B5EF4-FFF2-40B4-BE49-F238E27FC236}">
                <a16:creationId xmlns:a16="http://schemas.microsoft.com/office/drawing/2014/main" id="{66268209-525F-18AC-74C0-D13333251AD3}"/>
              </a:ext>
            </a:extLst>
          </p:cNvPr>
          <p:cNvGrpSpPr/>
          <p:nvPr/>
        </p:nvGrpSpPr>
        <p:grpSpPr>
          <a:xfrm>
            <a:off x="132888" y="1248555"/>
            <a:ext cx="2285451" cy="2663908"/>
            <a:chOff x="1336540" y="1825231"/>
            <a:chExt cx="2285451" cy="2663908"/>
          </a:xfrm>
        </p:grpSpPr>
        <p:sp>
          <p:nvSpPr>
            <p:cNvPr id="1732" name="六角形 1731">
              <a:extLst>
                <a:ext uri="{FF2B5EF4-FFF2-40B4-BE49-F238E27FC236}">
                  <a16:creationId xmlns:a16="http://schemas.microsoft.com/office/drawing/2014/main" id="{12CC6E5B-4E30-37C0-7B7B-DC5AD416156A}"/>
                </a:ext>
              </a:extLst>
            </p:cNvPr>
            <p:cNvSpPr>
              <a:spLocks noChangeAspect="1"/>
            </p:cNvSpPr>
            <p:nvPr/>
          </p:nvSpPr>
          <p:spPr>
            <a:xfrm rot="5400000">
              <a:off x="1153704" y="2020852"/>
              <a:ext cx="2651123" cy="2285451"/>
            </a:xfrm>
            <a:prstGeom prst="hexagon">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60" name="グループ化 1759">
              <a:extLst>
                <a:ext uri="{FF2B5EF4-FFF2-40B4-BE49-F238E27FC236}">
                  <a16:creationId xmlns:a16="http://schemas.microsoft.com/office/drawing/2014/main" id="{9C9F0A60-F732-A8B0-F53D-B0681EAF0FE8}"/>
                </a:ext>
              </a:extLst>
            </p:cNvPr>
            <p:cNvGrpSpPr/>
            <p:nvPr/>
          </p:nvGrpSpPr>
          <p:grpSpPr>
            <a:xfrm>
              <a:off x="2073195" y="1825231"/>
              <a:ext cx="868092" cy="2175830"/>
              <a:chOff x="2073195" y="1825231"/>
              <a:chExt cx="868092" cy="2175830"/>
            </a:xfrm>
          </p:grpSpPr>
          <p:sp>
            <p:nvSpPr>
              <p:cNvPr id="1736" name="四角形: 角を丸くする 1735">
                <a:extLst>
                  <a:ext uri="{FF2B5EF4-FFF2-40B4-BE49-F238E27FC236}">
                    <a16:creationId xmlns:a16="http://schemas.microsoft.com/office/drawing/2014/main" id="{25A9FE80-2136-DF44-75EC-6B34169BB6FD}"/>
                  </a:ext>
                </a:extLst>
              </p:cNvPr>
              <p:cNvSpPr/>
              <p:nvPr/>
            </p:nvSpPr>
            <p:spPr>
              <a:xfrm>
                <a:off x="2073195" y="2827740"/>
                <a:ext cx="868092" cy="1173321"/>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40" name="四角形: 角を丸くする 1739">
                <a:extLst>
                  <a:ext uri="{FF2B5EF4-FFF2-40B4-BE49-F238E27FC236}">
                    <a16:creationId xmlns:a16="http://schemas.microsoft.com/office/drawing/2014/main" id="{E20AE031-A240-FFF8-C340-BF018771FFD6}"/>
                  </a:ext>
                </a:extLst>
              </p:cNvPr>
              <p:cNvSpPr/>
              <p:nvPr/>
            </p:nvSpPr>
            <p:spPr>
              <a:xfrm>
                <a:off x="2326517" y="3247357"/>
                <a:ext cx="72576" cy="334085"/>
              </a:xfrm>
              <a:prstGeom prst="round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41" name="四角形: 角を丸くする 1740">
                <a:extLst>
                  <a:ext uri="{FF2B5EF4-FFF2-40B4-BE49-F238E27FC236}">
                    <a16:creationId xmlns:a16="http://schemas.microsoft.com/office/drawing/2014/main" id="{44D4DFB6-3F99-4C6C-601B-5A42CBEED829}"/>
                  </a:ext>
                </a:extLst>
              </p:cNvPr>
              <p:cNvSpPr/>
              <p:nvPr/>
            </p:nvSpPr>
            <p:spPr>
              <a:xfrm>
                <a:off x="2589162" y="3247357"/>
                <a:ext cx="72576" cy="334085"/>
              </a:xfrm>
              <a:prstGeom prst="round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49" name="矢印: 五方向 1748">
                <a:extLst>
                  <a:ext uri="{FF2B5EF4-FFF2-40B4-BE49-F238E27FC236}">
                    <a16:creationId xmlns:a16="http://schemas.microsoft.com/office/drawing/2014/main" id="{C1CB857A-47A1-CCA2-E6E7-FA5D6765A87C}"/>
                  </a:ext>
                </a:extLst>
              </p:cNvPr>
              <p:cNvSpPr/>
              <p:nvPr/>
            </p:nvSpPr>
            <p:spPr>
              <a:xfrm rot="16200000">
                <a:off x="1948168" y="2274837"/>
                <a:ext cx="1080000" cy="180787"/>
              </a:xfrm>
              <a:prstGeom prst="homePlate">
                <a:avLst>
                  <a:gd name="adj" fmla="val 25432"/>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59" name="グループ化 1758">
              <a:extLst>
                <a:ext uri="{FF2B5EF4-FFF2-40B4-BE49-F238E27FC236}">
                  <a16:creationId xmlns:a16="http://schemas.microsoft.com/office/drawing/2014/main" id="{841EBC9A-279D-813A-A92A-082D6D79A52C}"/>
                </a:ext>
              </a:extLst>
            </p:cNvPr>
            <p:cNvGrpSpPr/>
            <p:nvPr/>
          </p:nvGrpSpPr>
          <p:grpSpPr>
            <a:xfrm rot="19456786">
              <a:off x="1519344" y="2909559"/>
              <a:ext cx="1218858" cy="1024698"/>
              <a:chOff x="1132395" y="2662632"/>
              <a:chExt cx="1218858" cy="1024698"/>
            </a:xfrm>
            <a:effectLst>
              <a:outerShdw dist="88900" dir="1200000" algn="l" rotWithShape="0">
                <a:srgbClr val="FFFF00"/>
              </a:outerShdw>
            </a:effectLst>
          </p:grpSpPr>
          <p:sp>
            <p:nvSpPr>
              <p:cNvPr id="1752" name="フローチャート: 処理 1751">
                <a:extLst>
                  <a:ext uri="{FF2B5EF4-FFF2-40B4-BE49-F238E27FC236}">
                    <a16:creationId xmlns:a16="http://schemas.microsoft.com/office/drawing/2014/main" id="{56D33746-0AB2-8016-2A1D-C9D28F1C1696}"/>
                  </a:ext>
                </a:extLst>
              </p:cNvPr>
              <p:cNvSpPr/>
              <p:nvPr/>
            </p:nvSpPr>
            <p:spPr>
              <a:xfrm>
                <a:off x="1822761" y="2751899"/>
                <a:ext cx="127866" cy="153332"/>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54" name="フローチャート: 処理 1753">
                <a:extLst>
                  <a:ext uri="{FF2B5EF4-FFF2-40B4-BE49-F238E27FC236}">
                    <a16:creationId xmlns:a16="http://schemas.microsoft.com/office/drawing/2014/main" id="{5D0EA0BE-ED29-211C-A086-03DCB399A446}"/>
                  </a:ext>
                </a:extLst>
              </p:cNvPr>
              <p:cNvSpPr/>
              <p:nvPr/>
            </p:nvSpPr>
            <p:spPr>
              <a:xfrm rot="745764">
                <a:off x="1423574" y="2946958"/>
                <a:ext cx="162634" cy="621980"/>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55" name="四角形: 1 つの角を切り取り 1 つの角を丸める 1754">
                <a:extLst>
                  <a:ext uri="{FF2B5EF4-FFF2-40B4-BE49-F238E27FC236}">
                    <a16:creationId xmlns:a16="http://schemas.microsoft.com/office/drawing/2014/main" id="{3CDDABA7-5E53-46CA-331D-5AF19CB80E6C}"/>
                  </a:ext>
                </a:extLst>
              </p:cNvPr>
              <p:cNvSpPr/>
              <p:nvPr/>
            </p:nvSpPr>
            <p:spPr>
              <a:xfrm flipV="1">
                <a:off x="1190352" y="3470971"/>
                <a:ext cx="534729" cy="216359"/>
              </a:xfrm>
              <a:prstGeom prst="snipRoundRect">
                <a:avLst>
                  <a:gd name="adj1" fmla="val 16667"/>
                  <a:gd name="adj2" fmla="val 5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56" name="四角形: 上の 2 つの角を切り取る 1755">
                <a:extLst>
                  <a:ext uri="{FF2B5EF4-FFF2-40B4-BE49-F238E27FC236}">
                    <a16:creationId xmlns:a16="http://schemas.microsoft.com/office/drawing/2014/main" id="{B7A81E03-344D-0D8D-9E64-27086F570655}"/>
                  </a:ext>
                </a:extLst>
              </p:cNvPr>
              <p:cNvSpPr/>
              <p:nvPr/>
            </p:nvSpPr>
            <p:spPr>
              <a:xfrm rot="5400000">
                <a:off x="1338958" y="2456069"/>
                <a:ext cx="331865" cy="744992"/>
              </a:xfrm>
              <a:prstGeom prst="snip2SameRect">
                <a:avLst>
                  <a:gd name="adj1" fmla="val 24320"/>
                  <a:gd name="adj2" fmla="val 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58" name="四角形: 上の 2 つの角を切り取る 1757">
                <a:extLst>
                  <a:ext uri="{FF2B5EF4-FFF2-40B4-BE49-F238E27FC236}">
                    <a16:creationId xmlns:a16="http://schemas.microsoft.com/office/drawing/2014/main" id="{F58F61D5-86A6-5FED-3D79-FD928B4A3E52}"/>
                  </a:ext>
                </a:extLst>
              </p:cNvPr>
              <p:cNvSpPr/>
              <p:nvPr/>
            </p:nvSpPr>
            <p:spPr>
              <a:xfrm rot="5400000">
                <a:off x="1720181" y="2244011"/>
                <a:ext cx="94685" cy="1167458"/>
              </a:xfrm>
              <a:prstGeom prst="snip2SameRect">
                <a:avLst>
                  <a:gd name="adj1" fmla="val 50000"/>
                  <a:gd name="adj2" fmla="val 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grpSp>
        <p:nvGrpSpPr>
          <p:cNvPr id="1845" name="グループ化 1844">
            <a:extLst>
              <a:ext uri="{FF2B5EF4-FFF2-40B4-BE49-F238E27FC236}">
                <a16:creationId xmlns:a16="http://schemas.microsoft.com/office/drawing/2014/main" id="{8DCA2087-91DB-CC5C-4227-CEEB042CF482}"/>
              </a:ext>
            </a:extLst>
          </p:cNvPr>
          <p:cNvGrpSpPr/>
          <p:nvPr/>
        </p:nvGrpSpPr>
        <p:grpSpPr>
          <a:xfrm>
            <a:off x="5684030" y="1245145"/>
            <a:ext cx="2285451" cy="2651123"/>
            <a:chOff x="1608047" y="1675845"/>
            <a:chExt cx="2285451" cy="2651123"/>
          </a:xfrm>
        </p:grpSpPr>
        <p:sp>
          <p:nvSpPr>
            <p:cNvPr id="1734" name="六角形 1733">
              <a:extLst>
                <a:ext uri="{FF2B5EF4-FFF2-40B4-BE49-F238E27FC236}">
                  <a16:creationId xmlns:a16="http://schemas.microsoft.com/office/drawing/2014/main" id="{2AC04455-52D7-8260-89EB-61F0ED29C1B0}"/>
                </a:ext>
              </a:extLst>
            </p:cNvPr>
            <p:cNvSpPr>
              <a:spLocks noChangeAspect="1"/>
            </p:cNvSpPr>
            <p:nvPr/>
          </p:nvSpPr>
          <p:spPr>
            <a:xfrm rot="5400000">
              <a:off x="1425211" y="1858681"/>
              <a:ext cx="2651123" cy="2285451"/>
            </a:xfrm>
            <a:prstGeom prst="hexagon">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844" name="グループ化 1843">
              <a:extLst>
                <a:ext uri="{FF2B5EF4-FFF2-40B4-BE49-F238E27FC236}">
                  <a16:creationId xmlns:a16="http://schemas.microsoft.com/office/drawing/2014/main" id="{548725F9-4175-D964-8A3F-1674B4077583}"/>
                </a:ext>
              </a:extLst>
            </p:cNvPr>
            <p:cNvGrpSpPr/>
            <p:nvPr/>
          </p:nvGrpSpPr>
          <p:grpSpPr>
            <a:xfrm>
              <a:off x="2023713" y="2268207"/>
              <a:ext cx="1454118" cy="1454118"/>
              <a:chOff x="2047047" y="2274347"/>
              <a:chExt cx="1454118" cy="1454118"/>
            </a:xfrm>
          </p:grpSpPr>
          <p:grpSp>
            <p:nvGrpSpPr>
              <p:cNvPr id="1842" name="グループ化 1841">
                <a:extLst>
                  <a:ext uri="{FF2B5EF4-FFF2-40B4-BE49-F238E27FC236}">
                    <a16:creationId xmlns:a16="http://schemas.microsoft.com/office/drawing/2014/main" id="{A3E91BED-5A74-1AD4-7E8A-8719780A41D8}"/>
                  </a:ext>
                </a:extLst>
              </p:cNvPr>
              <p:cNvGrpSpPr/>
              <p:nvPr/>
            </p:nvGrpSpPr>
            <p:grpSpPr>
              <a:xfrm>
                <a:off x="2047047" y="2274347"/>
                <a:ext cx="1454118" cy="1454118"/>
                <a:chOff x="2047047" y="2274347"/>
                <a:chExt cx="1454118" cy="1454118"/>
              </a:xfrm>
            </p:grpSpPr>
            <p:sp>
              <p:nvSpPr>
                <p:cNvPr id="1763" name="四角形: 角を丸くする 1762">
                  <a:extLst>
                    <a:ext uri="{FF2B5EF4-FFF2-40B4-BE49-F238E27FC236}">
                      <a16:creationId xmlns:a16="http://schemas.microsoft.com/office/drawing/2014/main" id="{367649CB-AA28-8DB4-0C1C-B9912F63FB07}"/>
                    </a:ext>
                  </a:extLst>
                </p:cNvPr>
                <p:cNvSpPr/>
                <p:nvPr/>
              </p:nvSpPr>
              <p:spPr>
                <a:xfrm>
                  <a:off x="2203555" y="2412146"/>
                  <a:ext cx="1132834" cy="11785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70" name="グループ化 1769">
                  <a:extLst>
                    <a:ext uri="{FF2B5EF4-FFF2-40B4-BE49-F238E27FC236}">
                      <a16:creationId xmlns:a16="http://schemas.microsoft.com/office/drawing/2014/main" id="{7753584C-906C-C3F7-F2A7-EBD870AA0B63}"/>
                    </a:ext>
                  </a:extLst>
                </p:cNvPr>
                <p:cNvGrpSpPr/>
                <p:nvPr/>
              </p:nvGrpSpPr>
              <p:grpSpPr>
                <a:xfrm>
                  <a:off x="2047047" y="2596827"/>
                  <a:ext cx="1454118" cy="800359"/>
                  <a:chOff x="2035854" y="2612701"/>
                  <a:chExt cx="1454118" cy="800359"/>
                </a:xfrm>
              </p:grpSpPr>
              <p:sp>
                <p:nvSpPr>
                  <p:cNvPr id="1764" name="四角形: 角を丸くする 1763">
                    <a:extLst>
                      <a:ext uri="{FF2B5EF4-FFF2-40B4-BE49-F238E27FC236}">
                        <a16:creationId xmlns:a16="http://schemas.microsoft.com/office/drawing/2014/main" id="{7D402C74-69DD-0C2E-828B-D70764657F06}"/>
                      </a:ext>
                    </a:extLst>
                  </p:cNvPr>
                  <p:cNvSpPr/>
                  <p:nvPr/>
                </p:nvSpPr>
                <p:spPr>
                  <a:xfrm>
                    <a:off x="2035854" y="2612701"/>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67" name="四角形: 角を丸くする 1766">
                    <a:extLst>
                      <a:ext uri="{FF2B5EF4-FFF2-40B4-BE49-F238E27FC236}">
                        <a16:creationId xmlns:a16="http://schemas.microsoft.com/office/drawing/2014/main" id="{8FD7676A-DD2D-3622-321A-9F436151642C}"/>
                      </a:ext>
                    </a:extLst>
                  </p:cNvPr>
                  <p:cNvSpPr/>
                  <p:nvPr/>
                </p:nvSpPr>
                <p:spPr>
                  <a:xfrm>
                    <a:off x="2049972" y="3341060"/>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71" name="グループ化 1770">
                  <a:extLst>
                    <a:ext uri="{FF2B5EF4-FFF2-40B4-BE49-F238E27FC236}">
                      <a16:creationId xmlns:a16="http://schemas.microsoft.com/office/drawing/2014/main" id="{F7BDEC0A-235E-B37B-8241-098BB90604C0}"/>
                    </a:ext>
                  </a:extLst>
                </p:cNvPr>
                <p:cNvGrpSpPr/>
                <p:nvPr/>
              </p:nvGrpSpPr>
              <p:grpSpPr>
                <a:xfrm rot="5400000">
                  <a:off x="2039987" y="2601226"/>
                  <a:ext cx="1454118" cy="800359"/>
                  <a:chOff x="2035854" y="2612701"/>
                  <a:chExt cx="1454118" cy="800359"/>
                </a:xfrm>
              </p:grpSpPr>
              <p:sp>
                <p:nvSpPr>
                  <p:cNvPr id="1772" name="四角形: 角を丸くする 1771">
                    <a:extLst>
                      <a:ext uri="{FF2B5EF4-FFF2-40B4-BE49-F238E27FC236}">
                        <a16:creationId xmlns:a16="http://schemas.microsoft.com/office/drawing/2014/main" id="{69B9D0E2-745D-5F58-C48B-740056AA392D}"/>
                      </a:ext>
                    </a:extLst>
                  </p:cNvPr>
                  <p:cNvSpPr/>
                  <p:nvPr/>
                </p:nvSpPr>
                <p:spPr>
                  <a:xfrm>
                    <a:off x="2035854" y="2612701"/>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73" name="四角形: 角を丸くする 1772">
                    <a:extLst>
                      <a:ext uri="{FF2B5EF4-FFF2-40B4-BE49-F238E27FC236}">
                        <a16:creationId xmlns:a16="http://schemas.microsoft.com/office/drawing/2014/main" id="{526318A8-845B-054A-6CA8-A623E29FEF39}"/>
                      </a:ext>
                    </a:extLst>
                  </p:cNvPr>
                  <p:cNvSpPr/>
                  <p:nvPr/>
                </p:nvSpPr>
                <p:spPr>
                  <a:xfrm>
                    <a:off x="2049972" y="3341060"/>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1843" name="グループ化 1842">
                <a:extLst>
                  <a:ext uri="{FF2B5EF4-FFF2-40B4-BE49-F238E27FC236}">
                    <a16:creationId xmlns:a16="http://schemas.microsoft.com/office/drawing/2014/main" id="{02DFE0D2-67FA-F174-0B47-5062218D7829}"/>
                  </a:ext>
                </a:extLst>
              </p:cNvPr>
              <p:cNvGrpSpPr/>
              <p:nvPr/>
            </p:nvGrpSpPr>
            <p:grpSpPr>
              <a:xfrm>
                <a:off x="2252503" y="2459958"/>
                <a:ext cx="1040320" cy="1113762"/>
                <a:chOff x="2252503" y="2459958"/>
                <a:chExt cx="1040320" cy="1113762"/>
              </a:xfrm>
            </p:grpSpPr>
            <p:grpSp>
              <p:nvGrpSpPr>
                <p:cNvPr id="1840" name="グループ化 1839">
                  <a:extLst>
                    <a:ext uri="{FF2B5EF4-FFF2-40B4-BE49-F238E27FC236}">
                      <a16:creationId xmlns:a16="http://schemas.microsoft.com/office/drawing/2014/main" id="{AFFD1CBD-4161-8EAF-89D4-4DF9DBA5B63C}"/>
                    </a:ext>
                  </a:extLst>
                </p:cNvPr>
                <p:cNvGrpSpPr/>
                <p:nvPr/>
              </p:nvGrpSpPr>
              <p:grpSpPr>
                <a:xfrm>
                  <a:off x="2379937" y="2469409"/>
                  <a:ext cx="222128" cy="383075"/>
                  <a:chOff x="2379937" y="2469409"/>
                  <a:chExt cx="222128" cy="383075"/>
                </a:xfrm>
              </p:grpSpPr>
              <p:cxnSp>
                <p:nvCxnSpPr>
                  <p:cNvPr id="1775" name="コネクタ: カギ線 1774">
                    <a:extLst>
                      <a:ext uri="{FF2B5EF4-FFF2-40B4-BE49-F238E27FC236}">
                        <a16:creationId xmlns:a16="http://schemas.microsoft.com/office/drawing/2014/main" id="{E261C1D4-ED5E-23C6-38C0-48C4CE17497F}"/>
                      </a:ext>
                    </a:extLst>
                  </p:cNvPr>
                  <p:cNvCxnSpPr>
                    <a:cxnSpLocks/>
                  </p:cNvCxnSpPr>
                  <p:nvPr/>
                </p:nvCxnSpPr>
                <p:spPr>
                  <a:xfrm rot="16200000" flipH="1">
                    <a:off x="2309204" y="2574350"/>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798" name="楕円 1797">
                    <a:extLst>
                      <a:ext uri="{FF2B5EF4-FFF2-40B4-BE49-F238E27FC236}">
                        <a16:creationId xmlns:a16="http://schemas.microsoft.com/office/drawing/2014/main" id="{701BC3F0-9E16-8F15-366B-BD8C0FFF8C08}"/>
                      </a:ext>
                    </a:extLst>
                  </p:cNvPr>
                  <p:cNvSpPr>
                    <a:spLocks noChangeAspect="1"/>
                  </p:cNvSpPr>
                  <p:nvPr/>
                </p:nvSpPr>
                <p:spPr>
                  <a:xfrm>
                    <a:off x="2379937" y="246940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99" name="楕円 1798">
                    <a:extLst>
                      <a:ext uri="{FF2B5EF4-FFF2-40B4-BE49-F238E27FC236}">
                        <a16:creationId xmlns:a16="http://schemas.microsoft.com/office/drawing/2014/main" id="{F8A908D3-2C34-7501-520A-30A2122700EC}"/>
                      </a:ext>
                    </a:extLst>
                  </p:cNvPr>
                  <p:cNvSpPr>
                    <a:spLocks noChangeAspect="1"/>
                  </p:cNvSpPr>
                  <p:nvPr/>
                </p:nvSpPr>
                <p:spPr>
                  <a:xfrm>
                    <a:off x="2566065" y="281648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9" name="グループ化 1838">
                  <a:extLst>
                    <a:ext uri="{FF2B5EF4-FFF2-40B4-BE49-F238E27FC236}">
                      <a16:creationId xmlns:a16="http://schemas.microsoft.com/office/drawing/2014/main" id="{F5B61C9C-3349-FF93-35D4-838102B2688E}"/>
                    </a:ext>
                  </a:extLst>
                </p:cNvPr>
                <p:cNvGrpSpPr/>
                <p:nvPr/>
              </p:nvGrpSpPr>
              <p:grpSpPr>
                <a:xfrm>
                  <a:off x="2321591" y="2723872"/>
                  <a:ext cx="216104" cy="387559"/>
                  <a:chOff x="2321591" y="2723872"/>
                  <a:chExt cx="216104" cy="387559"/>
                </a:xfrm>
              </p:grpSpPr>
              <p:cxnSp>
                <p:nvCxnSpPr>
                  <p:cNvPr id="1786" name="コネクタ: カギ線 1785">
                    <a:extLst>
                      <a:ext uri="{FF2B5EF4-FFF2-40B4-BE49-F238E27FC236}">
                        <a16:creationId xmlns:a16="http://schemas.microsoft.com/office/drawing/2014/main" id="{31E185B4-F462-5BB1-7643-301CC664A20D}"/>
                      </a:ext>
                    </a:extLst>
                  </p:cNvPr>
                  <p:cNvCxnSpPr>
                    <a:cxnSpLocks/>
                  </p:cNvCxnSpPr>
                  <p:nvPr/>
                </p:nvCxnSpPr>
                <p:spPr>
                  <a:xfrm rot="5400000">
                    <a:off x="2248970" y="282828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0" name="楕円 1799">
                    <a:extLst>
                      <a:ext uri="{FF2B5EF4-FFF2-40B4-BE49-F238E27FC236}">
                        <a16:creationId xmlns:a16="http://schemas.microsoft.com/office/drawing/2014/main" id="{29EF5498-925C-1750-8472-4650C7C43399}"/>
                      </a:ext>
                    </a:extLst>
                  </p:cNvPr>
                  <p:cNvSpPr>
                    <a:spLocks noChangeAspect="1"/>
                  </p:cNvSpPr>
                  <p:nvPr/>
                </p:nvSpPr>
                <p:spPr>
                  <a:xfrm>
                    <a:off x="2501695" y="27238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1" name="楕円 1800">
                    <a:extLst>
                      <a:ext uri="{FF2B5EF4-FFF2-40B4-BE49-F238E27FC236}">
                        <a16:creationId xmlns:a16="http://schemas.microsoft.com/office/drawing/2014/main" id="{7882C51D-1C38-9D21-9E82-307C3CDCE831}"/>
                      </a:ext>
                    </a:extLst>
                  </p:cNvPr>
                  <p:cNvSpPr>
                    <a:spLocks noChangeAspect="1"/>
                  </p:cNvSpPr>
                  <p:nvPr/>
                </p:nvSpPr>
                <p:spPr>
                  <a:xfrm>
                    <a:off x="2321591" y="3075431"/>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41" name="グループ化 1840">
                  <a:extLst>
                    <a:ext uri="{FF2B5EF4-FFF2-40B4-BE49-F238E27FC236}">
                      <a16:creationId xmlns:a16="http://schemas.microsoft.com/office/drawing/2014/main" id="{14EA1111-5078-8A84-9AAB-D8AF7F527348}"/>
                    </a:ext>
                  </a:extLst>
                </p:cNvPr>
                <p:cNvGrpSpPr/>
                <p:nvPr/>
              </p:nvGrpSpPr>
              <p:grpSpPr>
                <a:xfrm>
                  <a:off x="2434856" y="2800275"/>
                  <a:ext cx="381550" cy="214731"/>
                  <a:chOff x="2434856" y="2800275"/>
                  <a:chExt cx="381550" cy="214731"/>
                </a:xfrm>
              </p:grpSpPr>
              <p:cxnSp>
                <p:nvCxnSpPr>
                  <p:cNvPr id="1779" name="コネクタ: カギ線 1778">
                    <a:extLst>
                      <a:ext uri="{FF2B5EF4-FFF2-40B4-BE49-F238E27FC236}">
                        <a16:creationId xmlns:a16="http://schemas.microsoft.com/office/drawing/2014/main" id="{BCED0046-F3B0-B9F0-2824-21BA89B9ACDF}"/>
                      </a:ext>
                    </a:extLst>
                  </p:cNvPr>
                  <p:cNvCxnSpPr>
                    <a:cxnSpLocks/>
                  </p:cNvCxnSpPr>
                  <p:nvPr/>
                </p:nvCxnSpPr>
                <p:spPr>
                  <a:xfrm flipH="1">
                    <a:off x="2447615" y="281745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2" name="楕円 1801">
                    <a:extLst>
                      <a:ext uri="{FF2B5EF4-FFF2-40B4-BE49-F238E27FC236}">
                        <a16:creationId xmlns:a16="http://schemas.microsoft.com/office/drawing/2014/main" id="{A65AEB9D-EDC8-3148-87F3-694613F3B5BB}"/>
                      </a:ext>
                    </a:extLst>
                  </p:cNvPr>
                  <p:cNvSpPr>
                    <a:spLocks noChangeAspect="1"/>
                  </p:cNvSpPr>
                  <p:nvPr/>
                </p:nvSpPr>
                <p:spPr>
                  <a:xfrm>
                    <a:off x="2780406" y="280027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4" name="楕円 1803">
                    <a:extLst>
                      <a:ext uri="{FF2B5EF4-FFF2-40B4-BE49-F238E27FC236}">
                        <a16:creationId xmlns:a16="http://schemas.microsoft.com/office/drawing/2014/main" id="{A0C756F1-EA7B-73CD-6755-53410FD11CCF}"/>
                      </a:ext>
                    </a:extLst>
                  </p:cNvPr>
                  <p:cNvSpPr>
                    <a:spLocks noChangeAspect="1"/>
                  </p:cNvSpPr>
                  <p:nvPr/>
                </p:nvSpPr>
                <p:spPr>
                  <a:xfrm>
                    <a:off x="2434856" y="2979006"/>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2" name="グループ化 1831">
                  <a:extLst>
                    <a:ext uri="{FF2B5EF4-FFF2-40B4-BE49-F238E27FC236}">
                      <a16:creationId xmlns:a16="http://schemas.microsoft.com/office/drawing/2014/main" id="{E7DE0998-3937-CCFA-78CE-AA066A1D0390}"/>
                    </a:ext>
                  </a:extLst>
                </p:cNvPr>
                <p:cNvGrpSpPr/>
                <p:nvPr/>
              </p:nvGrpSpPr>
              <p:grpSpPr>
                <a:xfrm>
                  <a:off x="2266453" y="3038520"/>
                  <a:ext cx="386317" cy="211710"/>
                  <a:chOff x="2266453" y="3038520"/>
                  <a:chExt cx="386317" cy="211710"/>
                </a:xfrm>
              </p:grpSpPr>
              <p:cxnSp>
                <p:nvCxnSpPr>
                  <p:cNvPr id="1784" name="コネクタ: カギ線 1783">
                    <a:extLst>
                      <a:ext uri="{FF2B5EF4-FFF2-40B4-BE49-F238E27FC236}">
                        <a16:creationId xmlns:a16="http://schemas.microsoft.com/office/drawing/2014/main" id="{744CAB52-74BA-EC77-4D92-C3914D45D07F}"/>
                      </a:ext>
                    </a:extLst>
                  </p:cNvPr>
                  <p:cNvCxnSpPr>
                    <a:cxnSpLocks/>
                  </p:cNvCxnSpPr>
                  <p:nvPr/>
                </p:nvCxnSpPr>
                <p:spPr>
                  <a:xfrm flipH="1">
                    <a:off x="2275007" y="305608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5" name="楕円 1804">
                    <a:extLst>
                      <a:ext uri="{FF2B5EF4-FFF2-40B4-BE49-F238E27FC236}">
                        <a16:creationId xmlns:a16="http://schemas.microsoft.com/office/drawing/2014/main" id="{4EB0EBFA-44AB-B2A9-235F-4B7436B6217D}"/>
                      </a:ext>
                    </a:extLst>
                  </p:cNvPr>
                  <p:cNvSpPr>
                    <a:spLocks noChangeAspect="1"/>
                  </p:cNvSpPr>
                  <p:nvPr/>
                </p:nvSpPr>
                <p:spPr>
                  <a:xfrm>
                    <a:off x="2616770" y="303852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6" name="楕円 1805">
                    <a:extLst>
                      <a:ext uri="{FF2B5EF4-FFF2-40B4-BE49-F238E27FC236}">
                        <a16:creationId xmlns:a16="http://schemas.microsoft.com/office/drawing/2014/main" id="{7E953EAE-65C8-EA21-38F3-00CBEBC54EEA}"/>
                      </a:ext>
                    </a:extLst>
                  </p:cNvPr>
                  <p:cNvSpPr>
                    <a:spLocks noChangeAspect="1"/>
                  </p:cNvSpPr>
                  <p:nvPr/>
                </p:nvSpPr>
                <p:spPr>
                  <a:xfrm>
                    <a:off x="2266453" y="321423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3" name="グループ化 1832">
                  <a:extLst>
                    <a:ext uri="{FF2B5EF4-FFF2-40B4-BE49-F238E27FC236}">
                      <a16:creationId xmlns:a16="http://schemas.microsoft.com/office/drawing/2014/main" id="{36320280-A693-4E5C-BDB6-07B95B7A9BB0}"/>
                    </a:ext>
                  </a:extLst>
                </p:cNvPr>
                <p:cNvGrpSpPr/>
                <p:nvPr/>
              </p:nvGrpSpPr>
              <p:grpSpPr>
                <a:xfrm>
                  <a:off x="2484438" y="2951203"/>
                  <a:ext cx="394651" cy="213342"/>
                  <a:chOff x="2484438" y="2951203"/>
                  <a:chExt cx="394651" cy="213342"/>
                </a:xfrm>
              </p:grpSpPr>
              <p:cxnSp>
                <p:nvCxnSpPr>
                  <p:cNvPr id="1788" name="コネクタ: カギ線 1787">
                    <a:extLst>
                      <a:ext uri="{FF2B5EF4-FFF2-40B4-BE49-F238E27FC236}">
                        <a16:creationId xmlns:a16="http://schemas.microsoft.com/office/drawing/2014/main" id="{72D31036-D1E1-61C8-5E86-03EDBCD23F08}"/>
                      </a:ext>
                    </a:extLst>
                  </p:cNvPr>
                  <p:cNvCxnSpPr>
                    <a:cxnSpLocks/>
                  </p:cNvCxnSpPr>
                  <p:nvPr/>
                </p:nvCxnSpPr>
                <p:spPr>
                  <a:xfrm flipH="1">
                    <a:off x="2500684" y="2965114"/>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9" name="楕円 1808">
                    <a:extLst>
                      <a:ext uri="{FF2B5EF4-FFF2-40B4-BE49-F238E27FC236}">
                        <a16:creationId xmlns:a16="http://schemas.microsoft.com/office/drawing/2014/main" id="{02223AB8-99A7-6273-3B06-08F5ED625E25}"/>
                      </a:ext>
                    </a:extLst>
                  </p:cNvPr>
                  <p:cNvSpPr>
                    <a:spLocks noChangeAspect="1"/>
                  </p:cNvSpPr>
                  <p:nvPr/>
                </p:nvSpPr>
                <p:spPr>
                  <a:xfrm>
                    <a:off x="2484438" y="312854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0" name="楕円 1809">
                    <a:extLst>
                      <a:ext uri="{FF2B5EF4-FFF2-40B4-BE49-F238E27FC236}">
                        <a16:creationId xmlns:a16="http://schemas.microsoft.com/office/drawing/2014/main" id="{5DC82022-EFCB-17A1-5B6A-26AC0AA99589}"/>
                      </a:ext>
                    </a:extLst>
                  </p:cNvPr>
                  <p:cNvSpPr>
                    <a:spLocks noChangeAspect="1"/>
                  </p:cNvSpPr>
                  <p:nvPr/>
                </p:nvSpPr>
                <p:spPr>
                  <a:xfrm>
                    <a:off x="2843089" y="2951203"/>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4" name="グループ化 1833">
                  <a:extLst>
                    <a:ext uri="{FF2B5EF4-FFF2-40B4-BE49-F238E27FC236}">
                      <a16:creationId xmlns:a16="http://schemas.microsoft.com/office/drawing/2014/main" id="{0B4AB572-D920-2914-371A-31BE6B04C708}"/>
                    </a:ext>
                  </a:extLst>
                </p:cNvPr>
                <p:cNvGrpSpPr/>
                <p:nvPr/>
              </p:nvGrpSpPr>
              <p:grpSpPr>
                <a:xfrm>
                  <a:off x="2717949" y="3006457"/>
                  <a:ext cx="386163" cy="217860"/>
                  <a:chOff x="2717949" y="3006457"/>
                  <a:chExt cx="386163" cy="217860"/>
                </a:xfrm>
              </p:grpSpPr>
              <p:cxnSp>
                <p:nvCxnSpPr>
                  <p:cNvPr id="1790" name="コネクタ: カギ線 1789">
                    <a:extLst>
                      <a:ext uri="{FF2B5EF4-FFF2-40B4-BE49-F238E27FC236}">
                        <a16:creationId xmlns:a16="http://schemas.microsoft.com/office/drawing/2014/main" id="{C67E2F90-3F68-78C7-73B8-7013E144F931}"/>
                      </a:ext>
                    </a:extLst>
                  </p:cNvPr>
                  <p:cNvCxnSpPr>
                    <a:cxnSpLocks/>
                  </p:cNvCxnSpPr>
                  <p:nvPr/>
                </p:nvCxnSpPr>
                <p:spPr>
                  <a:xfrm>
                    <a:off x="2729870" y="302497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1" name="楕円 1810">
                    <a:extLst>
                      <a:ext uri="{FF2B5EF4-FFF2-40B4-BE49-F238E27FC236}">
                        <a16:creationId xmlns:a16="http://schemas.microsoft.com/office/drawing/2014/main" id="{AE69FFB0-AE66-B181-D34D-9DC9F424BF4A}"/>
                      </a:ext>
                    </a:extLst>
                  </p:cNvPr>
                  <p:cNvSpPr>
                    <a:spLocks noChangeAspect="1"/>
                  </p:cNvSpPr>
                  <p:nvPr/>
                </p:nvSpPr>
                <p:spPr>
                  <a:xfrm>
                    <a:off x="2717949" y="300645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2" name="楕円 1811">
                    <a:extLst>
                      <a:ext uri="{FF2B5EF4-FFF2-40B4-BE49-F238E27FC236}">
                        <a16:creationId xmlns:a16="http://schemas.microsoft.com/office/drawing/2014/main" id="{D5250840-CBD5-569B-9B8E-45FDAFCA88DE}"/>
                      </a:ext>
                    </a:extLst>
                  </p:cNvPr>
                  <p:cNvSpPr>
                    <a:spLocks noChangeAspect="1"/>
                  </p:cNvSpPr>
                  <p:nvPr/>
                </p:nvSpPr>
                <p:spPr>
                  <a:xfrm>
                    <a:off x="3068112" y="318831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7" name="グループ化 1836">
                  <a:extLst>
                    <a:ext uri="{FF2B5EF4-FFF2-40B4-BE49-F238E27FC236}">
                      <a16:creationId xmlns:a16="http://schemas.microsoft.com/office/drawing/2014/main" id="{BC28204E-4E96-021B-EADF-3DD55656F0E3}"/>
                    </a:ext>
                  </a:extLst>
                </p:cNvPr>
                <p:cNvGrpSpPr/>
                <p:nvPr/>
              </p:nvGrpSpPr>
              <p:grpSpPr>
                <a:xfrm>
                  <a:off x="2918955" y="2459958"/>
                  <a:ext cx="214616" cy="381429"/>
                  <a:chOff x="2918955" y="2459958"/>
                  <a:chExt cx="214616" cy="381429"/>
                </a:xfrm>
              </p:grpSpPr>
              <p:cxnSp>
                <p:nvCxnSpPr>
                  <p:cNvPr id="1797" name="コネクタ: カギ線 1796">
                    <a:extLst>
                      <a:ext uri="{FF2B5EF4-FFF2-40B4-BE49-F238E27FC236}">
                        <a16:creationId xmlns:a16="http://schemas.microsoft.com/office/drawing/2014/main" id="{A03FFB0A-CCBA-00F4-BE69-EAE3BE40298A}"/>
                      </a:ext>
                    </a:extLst>
                  </p:cNvPr>
                  <p:cNvCxnSpPr>
                    <a:cxnSpLocks/>
                  </p:cNvCxnSpPr>
                  <p:nvPr/>
                </p:nvCxnSpPr>
                <p:spPr>
                  <a:xfrm rot="5400000">
                    <a:off x="2846327" y="2561865"/>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5" name="楕円 1814">
                    <a:extLst>
                      <a:ext uri="{FF2B5EF4-FFF2-40B4-BE49-F238E27FC236}">
                        <a16:creationId xmlns:a16="http://schemas.microsoft.com/office/drawing/2014/main" id="{EC757482-6744-24D6-C71A-9BE1D78218A6}"/>
                      </a:ext>
                    </a:extLst>
                  </p:cNvPr>
                  <p:cNvSpPr>
                    <a:spLocks noChangeAspect="1"/>
                  </p:cNvSpPr>
                  <p:nvPr/>
                </p:nvSpPr>
                <p:spPr>
                  <a:xfrm>
                    <a:off x="2918955" y="280538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6" name="楕円 1815">
                    <a:extLst>
                      <a:ext uri="{FF2B5EF4-FFF2-40B4-BE49-F238E27FC236}">
                        <a16:creationId xmlns:a16="http://schemas.microsoft.com/office/drawing/2014/main" id="{8A1333F5-C7AA-6FE8-94A3-7ADD570C1FB4}"/>
                      </a:ext>
                    </a:extLst>
                  </p:cNvPr>
                  <p:cNvSpPr>
                    <a:spLocks noChangeAspect="1"/>
                  </p:cNvSpPr>
                  <p:nvPr/>
                </p:nvSpPr>
                <p:spPr>
                  <a:xfrm>
                    <a:off x="3097571" y="245995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6" name="グループ化 1835">
                  <a:extLst>
                    <a:ext uri="{FF2B5EF4-FFF2-40B4-BE49-F238E27FC236}">
                      <a16:creationId xmlns:a16="http://schemas.microsoft.com/office/drawing/2014/main" id="{F81F5B8B-6E20-9293-1067-68C87DCCF17B}"/>
                    </a:ext>
                  </a:extLst>
                </p:cNvPr>
                <p:cNvGrpSpPr/>
                <p:nvPr/>
              </p:nvGrpSpPr>
              <p:grpSpPr>
                <a:xfrm>
                  <a:off x="2679531" y="2547672"/>
                  <a:ext cx="560294" cy="381514"/>
                  <a:chOff x="2679531" y="2547672"/>
                  <a:chExt cx="560294" cy="381514"/>
                </a:xfrm>
              </p:grpSpPr>
              <p:cxnSp>
                <p:nvCxnSpPr>
                  <p:cNvPr id="1782" name="コネクタ: カギ線 1781">
                    <a:extLst>
                      <a:ext uri="{FF2B5EF4-FFF2-40B4-BE49-F238E27FC236}">
                        <a16:creationId xmlns:a16="http://schemas.microsoft.com/office/drawing/2014/main" id="{16234A24-758E-796E-95CD-94C8AB431A3F}"/>
                      </a:ext>
                    </a:extLst>
                  </p:cNvPr>
                  <p:cNvCxnSpPr>
                    <a:cxnSpLocks/>
                  </p:cNvCxnSpPr>
                  <p:nvPr/>
                </p:nvCxnSpPr>
                <p:spPr>
                  <a:xfrm rot="5400000">
                    <a:off x="2952516" y="265918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783" name="コネクタ: カギ線 1782">
                    <a:extLst>
                      <a:ext uri="{FF2B5EF4-FFF2-40B4-BE49-F238E27FC236}">
                        <a16:creationId xmlns:a16="http://schemas.microsoft.com/office/drawing/2014/main" id="{F8022671-2C63-783B-91C1-EE265A386E74}"/>
                      </a:ext>
                    </a:extLst>
                  </p:cNvPr>
                  <p:cNvCxnSpPr>
                    <a:cxnSpLocks/>
                  </p:cNvCxnSpPr>
                  <p:nvPr/>
                </p:nvCxnSpPr>
                <p:spPr>
                  <a:xfrm>
                    <a:off x="2688051" y="274172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3" name="楕円 1802">
                    <a:extLst>
                      <a:ext uri="{FF2B5EF4-FFF2-40B4-BE49-F238E27FC236}">
                        <a16:creationId xmlns:a16="http://schemas.microsoft.com/office/drawing/2014/main" id="{67CEE045-855A-4F9B-ECB3-E1502C0DA0E5}"/>
                      </a:ext>
                    </a:extLst>
                  </p:cNvPr>
                  <p:cNvSpPr>
                    <a:spLocks noChangeAspect="1"/>
                  </p:cNvSpPr>
                  <p:nvPr/>
                </p:nvSpPr>
                <p:spPr>
                  <a:xfrm>
                    <a:off x="2679531" y="272465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7" name="楕円 1816">
                    <a:extLst>
                      <a:ext uri="{FF2B5EF4-FFF2-40B4-BE49-F238E27FC236}">
                        <a16:creationId xmlns:a16="http://schemas.microsoft.com/office/drawing/2014/main" id="{0222256C-B353-DD0D-F534-746D07481B47}"/>
                      </a:ext>
                    </a:extLst>
                  </p:cNvPr>
                  <p:cNvSpPr>
                    <a:spLocks noChangeAspect="1"/>
                  </p:cNvSpPr>
                  <p:nvPr/>
                </p:nvSpPr>
                <p:spPr>
                  <a:xfrm>
                    <a:off x="3203825" y="25476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8" name="グループ化 1827">
                  <a:extLst>
                    <a:ext uri="{FF2B5EF4-FFF2-40B4-BE49-F238E27FC236}">
                      <a16:creationId xmlns:a16="http://schemas.microsoft.com/office/drawing/2014/main" id="{0996B17D-EAD1-2A4D-A9EF-6BECDD43CF36}"/>
                    </a:ext>
                  </a:extLst>
                </p:cNvPr>
                <p:cNvGrpSpPr/>
                <p:nvPr/>
              </p:nvGrpSpPr>
              <p:grpSpPr>
                <a:xfrm>
                  <a:off x="2556695" y="3263799"/>
                  <a:ext cx="378012" cy="212217"/>
                  <a:chOff x="2556695" y="3263799"/>
                  <a:chExt cx="378012" cy="212217"/>
                </a:xfrm>
              </p:grpSpPr>
              <p:cxnSp>
                <p:nvCxnSpPr>
                  <p:cNvPr id="1787" name="コネクタ: カギ線 1786">
                    <a:extLst>
                      <a:ext uri="{FF2B5EF4-FFF2-40B4-BE49-F238E27FC236}">
                        <a16:creationId xmlns:a16="http://schemas.microsoft.com/office/drawing/2014/main" id="{61DBC523-E843-F38A-D79E-325841BF3587}"/>
                      </a:ext>
                    </a:extLst>
                  </p:cNvPr>
                  <p:cNvCxnSpPr>
                    <a:cxnSpLocks/>
                  </p:cNvCxnSpPr>
                  <p:nvPr/>
                </p:nvCxnSpPr>
                <p:spPr>
                  <a:xfrm>
                    <a:off x="2556705" y="3279474"/>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9" name="楕円 1818">
                    <a:extLst>
                      <a:ext uri="{FF2B5EF4-FFF2-40B4-BE49-F238E27FC236}">
                        <a16:creationId xmlns:a16="http://schemas.microsoft.com/office/drawing/2014/main" id="{C219BF04-D5B4-D2E7-1E09-453649D062A9}"/>
                      </a:ext>
                    </a:extLst>
                  </p:cNvPr>
                  <p:cNvSpPr>
                    <a:spLocks noChangeAspect="1"/>
                  </p:cNvSpPr>
                  <p:nvPr/>
                </p:nvSpPr>
                <p:spPr>
                  <a:xfrm>
                    <a:off x="2898707" y="3440016"/>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0" name="楕円 1819">
                    <a:extLst>
                      <a:ext uri="{FF2B5EF4-FFF2-40B4-BE49-F238E27FC236}">
                        <a16:creationId xmlns:a16="http://schemas.microsoft.com/office/drawing/2014/main" id="{52833B50-2AB0-3F97-F7BD-E471540044AA}"/>
                      </a:ext>
                    </a:extLst>
                  </p:cNvPr>
                  <p:cNvSpPr>
                    <a:spLocks noChangeAspect="1"/>
                  </p:cNvSpPr>
                  <p:nvPr/>
                </p:nvSpPr>
                <p:spPr>
                  <a:xfrm>
                    <a:off x="2556695" y="326379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8" name="グループ化 1837">
                  <a:extLst>
                    <a:ext uri="{FF2B5EF4-FFF2-40B4-BE49-F238E27FC236}">
                      <a16:creationId xmlns:a16="http://schemas.microsoft.com/office/drawing/2014/main" id="{767ED811-6C64-62CA-7534-CDDEB6B198BC}"/>
                    </a:ext>
                  </a:extLst>
                </p:cNvPr>
                <p:cNvGrpSpPr/>
                <p:nvPr/>
              </p:nvGrpSpPr>
              <p:grpSpPr>
                <a:xfrm>
                  <a:off x="2252503" y="3290339"/>
                  <a:ext cx="394771" cy="214135"/>
                  <a:chOff x="2252503" y="3290339"/>
                  <a:chExt cx="394771" cy="214135"/>
                </a:xfrm>
              </p:grpSpPr>
              <p:cxnSp>
                <p:nvCxnSpPr>
                  <p:cNvPr id="1780" name="コネクタ: カギ線 1779">
                    <a:extLst>
                      <a:ext uri="{FF2B5EF4-FFF2-40B4-BE49-F238E27FC236}">
                        <a16:creationId xmlns:a16="http://schemas.microsoft.com/office/drawing/2014/main" id="{101EEBE2-7D91-D764-E651-BAAD1740466E}"/>
                      </a:ext>
                    </a:extLst>
                  </p:cNvPr>
                  <p:cNvCxnSpPr>
                    <a:cxnSpLocks/>
                  </p:cNvCxnSpPr>
                  <p:nvPr/>
                </p:nvCxnSpPr>
                <p:spPr>
                  <a:xfrm>
                    <a:off x="2270705" y="330718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7" name="楕円 1806">
                    <a:extLst>
                      <a:ext uri="{FF2B5EF4-FFF2-40B4-BE49-F238E27FC236}">
                        <a16:creationId xmlns:a16="http://schemas.microsoft.com/office/drawing/2014/main" id="{78F0BAFE-F592-95D5-DADC-DD0D25B505FA}"/>
                      </a:ext>
                    </a:extLst>
                  </p:cNvPr>
                  <p:cNvSpPr>
                    <a:spLocks noChangeAspect="1"/>
                  </p:cNvSpPr>
                  <p:nvPr/>
                </p:nvSpPr>
                <p:spPr>
                  <a:xfrm>
                    <a:off x="2252503" y="329033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8" name="楕円 1817">
                    <a:extLst>
                      <a:ext uri="{FF2B5EF4-FFF2-40B4-BE49-F238E27FC236}">
                        <a16:creationId xmlns:a16="http://schemas.microsoft.com/office/drawing/2014/main" id="{48B3A520-D851-C42B-326D-8F0A8C553765}"/>
                      </a:ext>
                    </a:extLst>
                  </p:cNvPr>
                  <p:cNvSpPr>
                    <a:spLocks noChangeAspect="1"/>
                  </p:cNvSpPr>
                  <p:nvPr/>
                </p:nvSpPr>
                <p:spPr>
                  <a:xfrm>
                    <a:off x="2611274" y="346847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9" name="グループ化 1828">
                  <a:extLst>
                    <a:ext uri="{FF2B5EF4-FFF2-40B4-BE49-F238E27FC236}">
                      <a16:creationId xmlns:a16="http://schemas.microsoft.com/office/drawing/2014/main" id="{A9702FD6-AE9F-F9F9-53E0-8378674A65C9}"/>
                    </a:ext>
                  </a:extLst>
                </p:cNvPr>
                <p:cNvGrpSpPr/>
                <p:nvPr/>
              </p:nvGrpSpPr>
              <p:grpSpPr>
                <a:xfrm>
                  <a:off x="2489204" y="3190829"/>
                  <a:ext cx="211493" cy="382891"/>
                  <a:chOff x="2489204" y="3190829"/>
                  <a:chExt cx="211493" cy="382891"/>
                </a:xfrm>
              </p:grpSpPr>
              <p:cxnSp>
                <p:nvCxnSpPr>
                  <p:cNvPr id="1785" name="コネクタ: カギ線 1784">
                    <a:extLst>
                      <a:ext uri="{FF2B5EF4-FFF2-40B4-BE49-F238E27FC236}">
                        <a16:creationId xmlns:a16="http://schemas.microsoft.com/office/drawing/2014/main" id="{44A652F3-F95F-C5DF-9C40-3230D935043F}"/>
                      </a:ext>
                    </a:extLst>
                  </p:cNvPr>
                  <p:cNvCxnSpPr>
                    <a:cxnSpLocks/>
                  </p:cNvCxnSpPr>
                  <p:nvPr/>
                </p:nvCxnSpPr>
                <p:spPr>
                  <a:xfrm rot="16200000" flipH="1">
                    <a:off x="2412695" y="3295449"/>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8" name="楕円 1807">
                    <a:extLst>
                      <a:ext uri="{FF2B5EF4-FFF2-40B4-BE49-F238E27FC236}">
                        <a16:creationId xmlns:a16="http://schemas.microsoft.com/office/drawing/2014/main" id="{97FB8B89-F84D-973C-0C12-5139A7B4072B}"/>
                      </a:ext>
                    </a:extLst>
                  </p:cNvPr>
                  <p:cNvSpPr>
                    <a:spLocks noChangeAspect="1"/>
                  </p:cNvSpPr>
                  <p:nvPr/>
                </p:nvSpPr>
                <p:spPr>
                  <a:xfrm>
                    <a:off x="2489204" y="319082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1" name="楕円 1820">
                    <a:extLst>
                      <a:ext uri="{FF2B5EF4-FFF2-40B4-BE49-F238E27FC236}">
                        <a16:creationId xmlns:a16="http://schemas.microsoft.com/office/drawing/2014/main" id="{5049EAD7-BD74-10C9-E6AE-7E5043C5B75A}"/>
                      </a:ext>
                    </a:extLst>
                  </p:cNvPr>
                  <p:cNvSpPr>
                    <a:spLocks noChangeAspect="1"/>
                  </p:cNvSpPr>
                  <p:nvPr/>
                </p:nvSpPr>
                <p:spPr>
                  <a:xfrm>
                    <a:off x="2664697" y="353772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6" name="グループ化 1825">
                  <a:extLst>
                    <a:ext uri="{FF2B5EF4-FFF2-40B4-BE49-F238E27FC236}">
                      <a16:creationId xmlns:a16="http://schemas.microsoft.com/office/drawing/2014/main" id="{CEAFB1A2-B512-34A1-6D1C-D4DF8C4D3E47}"/>
                    </a:ext>
                  </a:extLst>
                </p:cNvPr>
                <p:cNvGrpSpPr/>
                <p:nvPr/>
              </p:nvGrpSpPr>
              <p:grpSpPr>
                <a:xfrm>
                  <a:off x="2881072" y="3320318"/>
                  <a:ext cx="387311" cy="217020"/>
                  <a:chOff x="2881072" y="3320318"/>
                  <a:chExt cx="387311" cy="217020"/>
                </a:xfrm>
              </p:grpSpPr>
              <p:cxnSp>
                <p:nvCxnSpPr>
                  <p:cNvPr id="1792" name="コネクタ: カギ線 1791">
                    <a:extLst>
                      <a:ext uri="{FF2B5EF4-FFF2-40B4-BE49-F238E27FC236}">
                        <a16:creationId xmlns:a16="http://schemas.microsoft.com/office/drawing/2014/main" id="{469D18AF-F658-4651-4842-2E210A67E08D}"/>
                      </a:ext>
                    </a:extLst>
                  </p:cNvPr>
                  <p:cNvCxnSpPr>
                    <a:cxnSpLocks/>
                  </p:cNvCxnSpPr>
                  <p:nvPr/>
                </p:nvCxnSpPr>
                <p:spPr>
                  <a:xfrm flipH="1">
                    <a:off x="2893213" y="333933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22" name="楕円 1821">
                    <a:extLst>
                      <a:ext uri="{FF2B5EF4-FFF2-40B4-BE49-F238E27FC236}">
                        <a16:creationId xmlns:a16="http://schemas.microsoft.com/office/drawing/2014/main" id="{96B3D53A-FF04-E0EB-31CF-40F9AA9EA283}"/>
                      </a:ext>
                    </a:extLst>
                  </p:cNvPr>
                  <p:cNvSpPr>
                    <a:spLocks noChangeAspect="1"/>
                  </p:cNvSpPr>
                  <p:nvPr/>
                </p:nvSpPr>
                <p:spPr>
                  <a:xfrm>
                    <a:off x="2881072" y="350133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3" name="楕円 1822">
                    <a:extLst>
                      <a:ext uri="{FF2B5EF4-FFF2-40B4-BE49-F238E27FC236}">
                        <a16:creationId xmlns:a16="http://schemas.microsoft.com/office/drawing/2014/main" id="{D3DFE64F-F015-9016-39C5-8033BA537714}"/>
                      </a:ext>
                    </a:extLst>
                  </p:cNvPr>
                  <p:cNvSpPr>
                    <a:spLocks noChangeAspect="1"/>
                  </p:cNvSpPr>
                  <p:nvPr/>
                </p:nvSpPr>
                <p:spPr>
                  <a:xfrm>
                    <a:off x="3232383" y="332031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7" name="グループ化 1826">
                  <a:extLst>
                    <a:ext uri="{FF2B5EF4-FFF2-40B4-BE49-F238E27FC236}">
                      <a16:creationId xmlns:a16="http://schemas.microsoft.com/office/drawing/2014/main" id="{A577215C-EA85-D280-89B5-F3F50B01E3BB}"/>
                    </a:ext>
                  </a:extLst>
                </p:cNvPr>
                <p:cNvGrpSpPr/>
                <p:nvPr/>
              </p:nvGrpSpPr>
              <p:grpSpPr>
                <a:xfrm>
                  <a:off x="2947430" y="3064508"/>
                  <a:ext cx="216345" cy="382936"/>
                  <a:chOff x="2947430" y="3064508"/>
                  <a:chExt cx="216345" cy="382936"/>
                </a:xfrm>
              </p:grpSpPr>
              <p:cxnSp>
                <p:nvCxnSpPr>
                  <p:cNvPr id="1789" name="コネクタ: カギ線 1788">
                    <a:extLst>
                      <a:ext uri="{FF2B5EF4-FFF2-40B4-BE49-F238E27FC236}">
                        <a16:creationId xmlns:a16="http://schemas.microsoft.com/office/drawing/2014/main" id="{40C95133-470F-C8A2-3266-9653E349C75F}"/>
                      </a:ext>
                    </a:extLst>
                  </p:cNvPr>
                  <p:cNvCxnSpPr>
                    <a:cxnSpLocks/>
                  </p:cNvCxnSpPr>
                  <p:nvPr/>
                </p:nvCxnSpPr>
                <p:spPr>
                  <a:xfrm rot="5400000">
                    <a:off x="2872276" y="317001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4" name="楕円 1813">
                    <a:extLst>
                      <a:ext uri="{FF2B5EF4-FFF2-40B4-BE49-F238E27FC236}">
                        <a16:creationId xmlns:a16="http://schemas.microsoft.com/office/drawing/2014/main" id="{38976EAD-92A1-B7B6-1374-2084046B3CE6}"/>
                      </a:ext>
                    </a:extLst>
                  </p:cNvPr>
                  <p:cNvSpPr>
                    <a:spLocks noChangeAspect="1"/>
                  </p:cNvSpPr>
                  <p:nvPr/>
                </p:nvSpPr>
                <p:spPr>
                  <a:xfrm>
                    <a:off x="3127775" y="306450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4" name="楕円 1823">
                    <a:extLst>
                      <a:ext uri="{FF2B5EF4-FFF2-40B4-BE49-F238E27FC236}">
                        <a16:creationId xmlns:a16="http://schemas.microsoft.com/office/drawing/2014/main" id="{33F8BADB-B5F2-C3B4-A185-419FC3F62DED}"/>
                      </a:ext>
                    </a:extLst>
                  </p:cNvPr>
                  <p:cNvSpPr>
                    <a:spLocks noChangeAspect="1"/>
                  </p:cNvSpPr>
                  <p:nvPr/>
                </p:nvSpPr>
                <p:spPr>
                  <a:xfrm>
                    <a:off x="2947430" y="341144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5" name="グループ化 1834">
                  <a:extLst>
                    <a:ext uri="{FF2B5EF4-FFF2-40B4-BE49-F238E27FC236}">
                      <a16:creationId xmlns:a16="http://schemas.microsoft.com/office/drawing/2014/main" id="{EA3C06DC-60F0-94B1-3ABA-3D06C230D340}"/>
                    </a:ext>
                  </a:extLst>
                </p:cNvPr>
                <p:cNvGrpSpPr/>
                <p:nvPr/>
              </p:nvGrpSpPr>
              <p:grpSpPr>
                <a:xfrm>
                  <a:off x="3077497" y="2741872"/>
                  <a:ext cx="215326" cy="399410"/>
                  <a:chOff x="3077497" y="2741872"/>
                  <a:chExt cx="215326" cy="399410"/>
                </a:xfrm>
              </p:grpSpPr>
              <p:cxnSp>
                <p:nvCxnSpPr>
                  <p:cNvPr id="1793" name="コネクタ: カギ線 1792">
                    <a:extLst>
                      <a:ext uri="{FF2B5EF4-FFF2-40B4-BE49-F238E27FC236}">
                        <a16:creationId xmlns:a16="http://schemas.microsoft.com/office/drawing/2014/main" id="{B58F0DB2-8D1E-506F-B35C-C275325D0F73}"/>
                      </a:ext>
                    </a:extLst>
                  </p:cNvPr>
                  <p:cNvCxnSpPr>
                    <a:cxnSpLocks/>
                  </p:cNvCxnSpPr>
                  <p:nvPr/>
                </p:nvCxnSpPr>
                <p:spPr>
                  <a:xfrm rot="5400000">
                    <a:off x="3004821" y="2850245"/>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3" name="楕円 1812">
                    <a:extLst>
                      <a:ext uri="{FF2B5EF4-FFF2-40B4-BE49-F238E27FC236}">
                        <a16:creationId xmlns:a16="http://schemas.microsoft.com/office/drawing/2014/main" id="{68E04F39-5491-3DCC-762D-E4B1F0B1F7D9}"/>
                      </a:ext>
                    </a:extLst>
                  </p:cNvPr>
                  <p:cNvSpPr>
                    <a:spLocks noChangeAspect="1"/>
                  </p:cNvSpPr>
                  <p:nvPr/>
                </p:nvSpPr>
                <p:spPr>
                  <a:xfrm>
                    <a:off x="3077497" y="310528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5" name="楕円 1824">
                    <a:extLst>
                      <a:ext uri="{FF2B5EF4-FFF2-40B4-BE49-F238E27FC236}">
                        <a16:creationId xmlns:a16="http://schemas.microsoft.com/office/drawing/2014/main" id="{2E930C05-79B7-2791-7B37-6C8FC2C50B2A}"/>
                      </a:ext>
                    </a:extLst>
                  </p:cNvPr>
                  <p:cNvSpPr>
                    <a:spLocks noChangeAspect="1"/>
                  </p:cNvSpPr>
                  <p:nvPr/>
                </p:nvSpPr>
                <p:spPr>
                  <a:xfrm>
                    <a:off x="3256823" y="27418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grpSp>
      </p:grpSp>
      <p:grpSp>
        <p:nvGrpSpPr>
          <p:cNvPr id="1885" name="グループ化 1884">
            <a:extLst>
              <a:ext uri="{FF2B5EF4-FFF2-40B4-BE49-F238E27FC236}">
                <a16:creationId xmlns:a16="http://schemas.microsoft.com/office/drawing/2014/main" id="{E1E3C70C-E08C-8F35-1C1A-FEE380845FBE}"/>
              </a:ext>
            </a:extLst>
          </p:cNvPr>
          <p:cNvGrpSpPr/>
          <p:nvPr/>
        </p:nvGrpSpPr>
        <p:grpSpPr>
          <a:xfrm>
            <a:off x="141790" y="3940525"/>
            <a:ext cx="2285451" cy="2651123"/>
            <a:chOff x="646532" y="2208830"/>
            <a:chExt cx="2285451" cy="2651123"/>
          </a:xfrm>
        </p:grpSpPr>
        <p:sp>
          <p:nvSpPr>
            <p:cNvPr id="1762" name="六角形 1761">
              <a:extLst>
                <a:ext uri="{FF2B5EF4-FFF2-40B4-BE49-F238E27FC236}">
                  <a16:creationId xmlns:a16="http://schemas.microsoft.com/office/drawing/2014/main" id="{F35F3C4F-1D2D-9D72-C109-6DC812D27177}"/>
                </a:ext>
              </a:extLst>
            </p:cNvPr>
            <p:cNvSpPr>
              <a:spLocks noChangeAspect="1"/>
            </p:cNvSpPr>
            <p:nvPr/>
          </p:nvSpPr>
          <p:spPr>
            <a:xfrm rot="5400000">
              <a:off x="463696" y="2391666"/>
              <a:ext cx="2651123" cy="2285451"/>
            </a:xfrm>
            <a:prstGeom prst="hexagon">
              <a:avLst/>
            </a:prstGeom>
            <a:solidFill>
              <a:schemeClr val="accent2">
                <a:lumMod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884" name="グループ化 1883">
              <a:extLst>
                <a:ext uri="{FF2B5EF4-FFF2-40B4-BE49-F238E27FC236}">
                  <a16:creationId xmlns:a16="http://schemas.microsoft.com/office/drawing/2014/main" id="{A0E5B86C-0129-B204-CD9F-7A206694EB91}"/>
                </a:ext>
              </a:extLst>
            </p:cNvPr>
            <p:cNvGrpSpPr/>
            <p:nvPr/>
          </p:nvGrpSpPr>
          <p:grpSpPr>
            <a:xfrm>
              <a:off x="988041" y="2837465"/>
              <a:ext cx="1593728" cy="1526997"/>
              <a:chOff x="927773" y="2654584"/>
              <a:chExt cx="1593728" cy="1526997"/>
            </a:xfrm>
          </p:grpSpPr>
          <p:grpSp>
            <p:nvGrpSpPr>
              <p:cNvPr id="1856" name="グループ化 1855">
                <a:extLst>
                  <a:ext uri="{FF2B5EF4-FFF2-40B4-BE49-F238E27FC236}">
                    <a16:creationId xmlns:a16="http://schemas.microsoft.com/office/drawing/2014/main" id="{A402697D-38CC-648C-366E-9C2EEF26384B}"/>
                  </a:ext>
                </a:extLst>
              </p:cNvPr>
              <p:cNvGrpSpPr/>
              <p:nvPr/>
            </p:nvGrpSpPr>
            <p:grpSpPr>
              <a:xfrm>
                <a:off x="927773" y="3019650"/>
                <a:ext cx="1593728" cy="796865"/>
                <a:chOff x="920781" y="3160884"/>
                <a:chExt cx="1593728" cy="796865"/>
              </a:xfrm>
            </p:grpSpPr>
            <p:sp>
              <p:nvSpPr>
                <p:cNvPr id="1846" name="フレーム 1845">
                  <a:extLst>
                    <a:ext uri="{FF2B5EF4-FFF2-40B4-BE49-F238E27FC236}">
                      <a16:creationId xmlns:a16="http://schemas.microsoft.com/office/drawing/2014/main" id="{58AC8CD4-67C0-2178-AF44-FBED76645CA0}"/>
                    </a:ext>
                  </a:extLst>
                </p:cNvPr>
                <p:cNvSpPr>
                  <a:spLocks noChangeAspect="1"/>
                </p:cNvSpPr>
                <p:nvPr/>
              </p:nvSpPr>
              <p:spPr>
                <a:xfrm>
                  <a:off x="920781" y="3160885"/>
                  <a:ext cx="1593728" cy="796864"/>
                </a:xfrm>
                <a:prstGeom prst="fram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nvGrpSpPr>
                <p:cNvPr id="1850" name="グループ化 1849">
                  <a:extLst>
                    <a:ext uri="{FF2B5EF4-FFF2-40B4-BE49-F238E27FC236}">
                      <a16:creationId xmlns:a16="http://schemas.microsoft.com/office/drawing/2014/main" id="{96A1F0BD-55A6-B182-F88D-8A09E8FECDE8}"/>
                    </a:ext>
                  </a:extLst>
                </p:cNvPr>
                <p:cNvGrpSpPr/>
                <p:nvPr/>
              </p:nvGrpSpPr>
              <p:grpSpPr>
                <a:xfrm>
                  <a:off x="1114424" y="3160884"/>
                  <a:ext cx="724817" cy="440080"/>
                  <a:chOff x="1114424" y="3160884"/>
                  <a:chExt cx="724817" cy="440080"/>
                </a:xfrm>
              </p:grpSpPr>
              <p:sp>
                <p:nvSpPr>
                  <p:cNvPr id="1848" name="斜め縞 1847">
                    <a:extLst>
                      <a:ext uri="{FF2B5EF4-FFF2-40B4-BE49-F238E27FC236}">
                        <a16:creationId xmlns:a16="http://schemas.microsoft.com/office/drawing/2014/main" id="{05A2D726-B57F-40FF-9C9C-F43CE3018F9D}"/>
                      </a:ext>
                    </a:extLst>
                  </p:cNvPr>
                  <p:cNvSpPr/>
                  <p:nvPr/>
                </p:nvSpPr>
                <p:spPr>
                  <a:xfrm>
                    <a:off x="1114424" y="3160884"/>
                    <a:ext cx="480193" cy="321097"/>
                  </a:xfrm>
                  <a:prstGeom prst="diagStripe">
                    <a:avLst>
                      <a:gd name="adj" fmla="val 86866"/>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849" name="斜め縞 1848">
                    <a:extLst>
                      <a:ext uri="{FF2B5EF4-FFF2-40B4-BE49-F238E27FC236}">
                        <a16:creationId xmlns:a16="http://schemas.microsoft.com/office/drawing/2014/main" id="{31EBFFBF-112E-F59B-C3D6-7202CBF4A282}"/>
                      </a:ext>
                    </a:extLst>
                  </p:cNvPr>
                  <p:cNvSpPr/>
                  <p:nvPr/>
                </p:nvSpPr>
                <p:spPr>
                  <a:xfrm>
                    <a:off x="1227940" y="3180511"/>
                    <a:ext cx="611301" cy="420453"/>
                  </a:xfrm>
                  <a:prstGeom prst="diagStripe">
                    <a:avLst>
                      <a:gd name="adj" fmla="val 8911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grpSp>
            <p:grpSp>
              <p:nvGrpSpPr>
                <p:cNvPr id="1851" name="グループ化 1850">
                  <a:extLst>
                    <a:ext uri="{FF2B5EF4-FFF2-40B4-BE49-F238E27FC236}">
                      <a16:creationId xmlns:a16="http://schemas.microsoft.com/office/drawing/2014/main" id="{D02E9C6A-0585-E3FC-8374-ED98C900BE35}"/>
                    </a:ext>
                  </a:extLst>
                </p:cNvPr>
                <p:cNvGrpSpPr/>
                <p:nvPr/>
              </p:nvGrpSpPr>
              <p:grpSpPr>
                <a:xfrm rot="10800000">
                  <a:off x="1634553" y="3517669"/>
                  <a:ext cx="724817" cy="440080"/>
                  <a:chOff x="1114424" y="3160884"/>
                  <a:chExt cx="724817" cy="440080"/>
                </a:xfrm>
              </p:grpSpPr>
              <p:sp>
                <p:nvSpPr>
                  <p:cNvPr id="1852" name="斜め縞 1851">
                    <a:extLst>
                      <a:ext uri="{FF2B5EF4-FFF2-40B4-BE49-F238E27FC236}">
                        <a16:creationId xmlns:a16="http://schemas.microsoft.com/office/drawing/2014/main" id="{D505E193-6A84-98C7-9C2A-F1266A4DE03D}"/>
                      </a:ext>
                    </a:extLst>
                  </p:cNvPr>
                  <p:cNvSpPr/>
                  <p:nvPr/>
                </p:nvSpPr>
                <p:spPr>
                  <a:xfrm>
                    <a:off x="1114424" y="3160884"/>
                    <a:ext cx="480193" cy="321097"/>
                  </a:xfrm>
                  <a:prstGeom prst="diagStripe">
                    <a:avLst>
                      <a:gd name="adj" fmla="val 86866"/>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853" name="斜め縞 1852">
                    <a:extLst>
                      <a:ext uri="{FF2B5EF4-FFF2-40B4-BE49-F238E27FC236}">
                        <a16:creationId xmlns:a16="http://schemas.microsoft.com/office/drawing/2014/main" id="{751A3282-6E40-248B-DAE9-BD789F37C88D}"/>
                      </a:ext>
                    </a:extLst>
                  </p:cNvPr>
                  <p:cNvSpPr/>
                  <p:nvPr/>
                </p:nvSpPr>
                <p:spPr>
                  <a:xfrm>
                    <a:off x="1227940" y="3180511"/>
                    <a:ext cx="611301" cy="420453"/>
                  </a:xfrm>
                  <a:prstGeom prst="diagStripe">
                    <a:avLst>
                      <a:gd name="adj" fmla="val 8911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grpSp>
          </p:grpSp>
          <p:grpSp>
            <p:nvGrpSpPr>
              <p:cNvPr id="1882" name="グループ化 1881">
                <a:extLst>
                  <a:ext uri="{FF2B5EF4-FFF2-40B4-BE49-F238E27FC236}">
                    <a16:creationId xmlns:a16="http://schemas.microsoft.com/office/drawing/2014/main" id="{4457AA37-75A3-6C69-2EBA-653066505486}"/>
                  </a:ext>
                </a:extLst>
              </p:cNvPr>
              <p:cNvGrpSpPr/>
              <p:nvPr/>
            </p:nvGrpSpPr>
            <p:grpSpPr>
              <a:xfrm rot="18042015">
                <a:off x="1053249" y="3237759"/>
                <a:ext cx="1526997" cy="360648"/>
                <a:chOff x="888236" y="3829304"/>
                <a:chExt cx="1526997" cy="360648"/>
              </a:xfrm>
              <a:effectLst>
                <a:outerShdw dist="76200" sx="101000" sy="101000" algn="l" rotWithShape="0">
                  <a:schemeClr val="accent2">
                    <a:lumMod val="50000"/>
                  </a:schemeClr>
                </a:outerShdw>
              </a:effectLst>
            </p:grpSpPr>
            <p:sp>
              <p:nvSpPr>
                <p:cNvPr id="1854" name="四角形: 角を丸くする 1853">
                  <a:extLst>
                    <a:ext uri="{FF2B5EF4-FFF2-40B4-BE49-F238E27FC236}">
                      <a16:creationId xmlns:a16="http://schemas.microsoft.com/office/drawing/2014/main" id="{AECCC02C-7ACC-C333-9F1A-71F7243FC0E0}"/>
                    </a:ext>
                  </a:extLst>
                </p:cNvPr>
                <p:cNvSpPr/>
                <p:nvPr/>
              </p:nvSpPr>
              <p:spPr>
                <a:xfrm>
                  <a:off x="888236" y="3829952"/>
                  <a:ext cx="360000" cy="360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57" name="四角形: 角を丸くする 1856">
                  <a:extLst>
                    <a:ext uri="{FF2B5EF4-FFF2-40B4-BE49-F238E27FC236}">
                      <a16:creationId xmlns:a16="http://schemas.microsoft.com/office/drawing/2014/main" id="{D4F86FB1-B492-A4C4-00E7-E7E391A0276C}"/>
                    </a:ext>
                  </a:extLst>
                </p:cNvPr>
                <p:cNvSpPr/>
                <p:nvPr/>
              </p:nvSpPr>
              <p:spPr>
                <a:xfrm>
                  <a:off x="975233" y="3829304"/>
                  <a:ext cx="1440000" cy="180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58" name="四角形: 角を丸くする 1857">
                  <a:extLst>
                    <a:ext uri="{FF2B5EF4-FFF2-40B4-BE49-F238E27FC236}">
                      <a16:creationId xmlns:a16="http://schemas.microsoft.com/office/drawing/2014/main" id="{67C75D65-1B44-7B63-9DFB-5462EBF1FAC6}"/>
                    </a:ext>
                  </a:extLst>
                </p:cNvPr>
                <p:cNvSpPr/>
                <p:nvPr/>
              </p:nvSpPr>
              <p:spPr>
                <a:xfrm>
                  <a:off x="963388" y="3877362"/>
                  <a:ext cx="180000" cy="270000"/>
                </a:xfrm>
                <a:prstGeom prst="roundRect">
                  <a:avLst/>
                </a:prstGeom>
                <a:solidFill>
                  <a:schemeClr val="accent2">
                    <a:lumMod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863" name="グループ化 1862">
                  <a:extLst>
                    <a:ext uri="{FF2B5EF4-FFF2-40B4-BE49-F238E27FC236}">
                      <a16:creationId xmlns:a16="http://schemas.microsoft.com/office/drawing/2014/main" id="{1AF62367-2670-87D7-B858-286AD089E583}"/>
                    </a:ext>
                  </a:extLst>
                </p:cNvPr>
                <p:cNvGrpSpPr/>
                <p:nvPr/>
              </p:nvGrpSpPr>
              <p:grpSpPr>
                <a:xfrm>
                  <a:off x="2223324" y="3894251"/>
                  <a:ext cx="190578" cy="270000"/>
                  <a:chOff x="2123438" y="4106748"/>
                  <a:chExt cx="190578" cy="270000"/>
                </a:xfrm>
              </p:grpSpPr>
              <p:sp>
                <p:nvSpPr>
                  <p:cNvPr id="1859" name="直角三角形 1858">
                    <a:extLst>
                      <a:ext uri="{FF2B5EF4-FFF2-40B4-BE49-F238E27FC236}">
                        <a16:creationId xmlns:a16="http://schemas.microsoft.com/office/drawing/2014/main" id="{1AE87192-2236-A046-2E6E-DB9AA568771E}"/>
                      </a:ext>
                    </a:extLst>
                  </p:cNvPr>
                  <p:cNvSpPr/>
                  <p:nvPr/>
                </p:nvSpPr>
                <p:spPr>
                  <a:xfrm rot="5400000" flipV="1">
                    <a:off x="2089016"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61" name="直角三角形 1860">
                    <a:extLst>
                      <a:ext uri="{FF2B5EF4-FFF2-40B4-BE49-F238E27FC236}">
                        <a16:creationId xmlns:a16="http://schemas.microsoft.com/office/drawing/2014/main" id="{79C183B9-57BD-44E9-2714-41D59753E16F}"/>
                      </a:ext>
                    </a:extLst>
                  </p:cNvPr>
                  <p:cNvSpPr/>
                  <p:nvPr/>
                </p:nvSpPr>
                <p:spPr>
                  <a:xfrm rot="5400000">
                    <a:off x="2078438"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864" name="グループ化 1863">
                  <a:extLst>
                    <a:ext uri="{FF2B5EF4-FFF2-40B4-BE49-F238E27FC236}">
                      <a16:creationId xmlns:a16="http://schemas.microsoft.com/office/drawing/2014/main" id="{DBD82F41-F349-F4F1-E065-DF255BD2FCDB}"/>
                    </a:ext>
                  </a:extLst>
                </p:cNvPr>
                <p:cNvGrpSpPr/>
                <p:nvPr/>
              </p:nvGrpSpPr>
              <p:grpSpPr>
                <a:xfrm>
                  <a:off x="2015457" y="3894251"/>
                  <a:ext cx="190578" cy="270000"/>
                  <a:chOff x="2123438" y="4106748"/>
                  <a:chExt cx="190578" cy="270000"/>
                </a:xfrm>
              </p:grpSpPr>
              <p:sp>
                <p:nvSpPr>
                  <p:cNvPr id="1865" name="直角三角形 1864">
                    <a:extLst>
                      <a:ext uri="{FF2B5EF4-FFF2-40B4-BE49-F238E27FC236}">
                        <a16:creationId xmlns:a16="http://schemas.microsoft.com/office/drawing/2014/main" id="{62747BFE-ECA6-C2AF-8C82-D10D53517401}"/>
                      </a:ext>
                    </a:extLst>
                  </p:cNvPr>
                  <p:cNvSpPr/>
                  <p:nvPr/>
                </p:nvSpPr>
                <p:spPr>
                  <a:xfrm rot="5400000" flipV="1">
                    <a:off x="2089016"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66" name="直角三角形 1865">
                    <a:extLst>
                      <a:ext uri="{FF2B5EF4-FFF2-40B4-BE49-F238E27FC236}">
                        <a16:creationId xmlns:a16="http://schemas.microsoft.com/office/drawing/2014/main" id="{785EEF1F-9CAB-C05D-CA8B-AC0A46017D2C}"/>
                      </a:ext>
                    </a:extLst>
                  </p:cNvPr>
                  <p:cNvSpPr/>
                  <p:nvPr/>
                </p:nvSpPr>
                <p:spPr>
                  <a:xfrm rot="5400000">
                    <a:off x="2078438"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867" name="グループ化 1866">
                  <a:extLst>
                    <a:ext uri="{FF2B5EF4-FFF2-40B4-BE49-F238E27FC236}">
                      <a16:creationId xmlns:a16="http://schemas.microsoft.com/office/drawing/2014/main" id="{7B748FB8-4C5A-6199-4197-EB8AB59FD522}"/>
                    </a:ext>
                  </a:extLst>
                </p:cNvPr>
                <p:cNvGrpSpPr/>
                <p:nvPr/>
              </p:nvGrpSpPr>
              <p:grpSpPr>
                <a:xfrm>
                  <a:off x="1807590" y="3894251"/>
                  <a:ext cx="190578" cy="270000"/>
                  <a:chOff x="2123438" y="4106748"/>
                  <a:chExt cx="190578" cy="270000"/>
                </a:xfrm>
              </p:grpSpPr>
              <p:sp>
                <p:nvSpPr>
                  <p:cNvPr id="1868" name="直角三角形 1867">
                    <a:extLst>
                      <a:ext uri="{FF2B5EF4-FFF2-40B4-BE49-F238E27FC236}">
                        <a16:creationId xmlns:a16="http://schemas.microsoft.com/office/drawing/2014/main" id="{3E76987A-7F9C-6717-F947-47BA0A3603EB}"/>
                      </a:ext>
                    </a:extLst>
                  </p:cNvPr>
                  <p:cNvSpPr/>
                  <p:nvPr/>
                </p:nvSpPr>
                <p:spPr>
                  <a:xfrm rot="5400000" flipV="1">
                    <a:off x="2089016"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69" name="直角三角形 1868">
                    <a:extLst>
                      <a:ext uri="{FF2B5EF4-FFF2-40B4-BE49-F238E27FC236}">
                        <a16:creationId xmlns:a16="http://schemas.microsoft.com/office/drawing/2014/main" id="{B922A288-8863-ADA1-5A89-7CCF036264AD}"/>
                      </a:ext>
                    </a:extLst>
                  </p:cNvPr>
                  <p:cNvSpPr/>
                  <p:nvPr/>
                </p:nvSpPr>
                <p:spPr>
                  <a:xfrm rot="5400000">
                    <a:off x="2078438"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70" name="グループ化 1869">
                  <a:extLst>
                    <a:ext uri="{FF2B5EF4-FFF2-40B4-BE49-F238E27FC236}">
                      <a16:creationId xmlns:a16="http://schemas.microsoft.com/office/drawing/2014/main" id="{F341A65C-E89E-F76A-ED2D-701DCE128BC2}"/>
                    </a:ext>
                  </a:extLst>
                </p:cNvPr>
                <p:cNvGrpSpPr/>
                <p:nvPr/>
              </p:nvGrpSpPr>
              <p:grpSpPr>
                <a:xfrm>
                  <a:off x="1601927" y="3894251"/>
                  <a:ext cx="190578" cy="270000"/>
                  <a:chOff x="2123438" y="4106748"/>
                  <a:chExt cx="190578" cy="270000"/>
                </a:xfrm>
              </p:grpSpPr>
              <p:sp>
                <p:nvSpPr>
                  <p:cNvPr id="1871" name="直角三角形 1870">
                    <a:extLst>
                      <a:ext uri="{FF2B5EF4-FFF2-40B4-BE49-F238E27FC236}">
                        <a16:creationId xmlns:a16="http://schemas.microsoft.com/office/drawing/2014/main" id="{5B8A9478-9A0C-6A12-0994-748DA50E23A7}"/>
                      </a:ext>
                    </a:extLst>
                  </p:cNvPr>
                  <p:cNvSpPr/>
                  <p:nvPr/>
                </p:nvSpPr>
                <p:spPr>
                  <a:xfrm rot="5400000" flipV="1">
                    <a:off x="2089016"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72" name="直角三角形 1871">
                    <a:extLst>
                      <a:ext uri="{FF2B5EF4-FFF2-40B4-BE49-F238E27FC236}">
                        <a16:creationId xmlns:a16="http://schemas.microsoft.com/office/drawing/2014/main" id="{171B77BD-5473-2EE4-D8E7-0443EFE1576E}"/>
                      </a:ext>
                    </a:extLst>
                  </p:cNvPr>
                  <p:cNvSpPr/>
                  <p:nvPr/>
                </p:nvSpPr>
                <p:spPr>
                  <a:xfrm rot="5400000">
                    <a:off x="2078438"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873" name="グループ化 1872">
                  <a:extLst>
                    <a:ext uri="{FF2B5EF4-FFF2-40B4-BE49-F238E27FC236}">
                      <a16:creationId xmlns:a16="http://schemas.microsoft.com/office/drawing/2014/main" id="{0EB541B4-A498-21DF-DFF9-642569458242}"/>
                    </a:ext>
                  </a:extLst>
                </p:cNvPr>
                <p:cNvGrpSpPr/>
                <p:nvPr/>
              </p:nvGrpSpPr>
              <p:grpSpPr>
                <a:xfrm>
                  <a:off x="1396967" y="3894251"/>
                  <a:ext cx="190578" cy="270000"/>
                  <a:chOff x="2123438" y="4106748"/>
                  <a:chExt cx="190578" cy="270000"/>
                </a:xfrm>
              </p:grpSpPr>
              <p:sp>
                <p:nvSpPr>
                  <p:cNvPr id="1874" name="直角三角形 1873">
                    <a:extLst>
                      <a:ext uri="{FF2B5EF4-FFF2-40B4-BE49-F238E27FC236}">
                        <a16:creationId xmlns:a16="http://schemas.microsoft.com/office/drawing/2014/main" id="{7FC10AB3-2D99-ED45-D055-F108AE8B4744}"/>
                      </a:ext>
                    </a:extLst>
                  </p:cNvPr>
                  <p:cNvSpPr/>
                  <p:nvPr/>
                </p:nvSpPr>
                <p:spPr>
                  <a:xfrm rot="5400000" flipV="1">
                    <a:off x="2089016"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75" name="直角三角形 1874">
                    <a:extLst>
                      <a:ext uri="{FF2B5EF4-FFF2-40B4-BE49-F238E27FC236}">
                        <a16:creationId xmlns:a16="http://schemas.microsoft.com/office/drawing/2014/main" id="{E87B17F2-382F-C97B-6FB5-5967F15D63E3}"/>
                      </a:ext>
                    </a:extLst>
                  </p:cNvPr>
                  <p:cNvSpPr/>
                  <p:nvPr/>
                </p:nvSpPr>
                <p:spPr>
                  <a:xfrm rot="5400000">
                    <a:off x="2078438"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876" name="グループ化 1875">
                  <a:extLst>
                    <a:ext uri="{FF2B5EF4-FFF2-40B4-BE49-F238E27FC236}">
                      <a16:creationId xmlns:a16="http://schemas.microsoft.com/office/drawing/2014/main" id="{67F03DC1-9059-E616-F6D5-B5C55922A955}"/>
                    </a:ext>
                  </a:extLst>
                </p:cNvPr>
                <p:cNvGrpSpPr/>
                <p:nvPr/>
              </p:nvGrpSpPr>
              <p:grpSpPr>
                <a:xfrm>
                  <a:off x="1192007" y="3894427"/>
                  <a:ext cx="190578" cy="270000"/>
                  <a:chOff x="2123438" y="4106748"/>
                  <a:chExt cx="190578" cy="270000"/>
                </a:xfrm>
              </p:grpSpPr>
              <p:sp>
                <p:nvSpPr>
                  <p:cNvPr id="1877" name="直角三角形 1876">
                    <a:extLst>
                      <a:ext uri="{FF2B5EF4-FFF2-40B4-BE49-F238E27FC236}">
                        <a16:creationId xmlns:a16="http://schemas.microsoft.com/office/drawing/2014/main" id="{62C2588D-A55E-2EAD-2F21-A7F7645E12D3}"/>
                      </a:ext>
                    </a:extLst>
                  </p:cNvPr>
                  <p:cNvSpPr/>
                  <p:nvPr/>
                </p:nvSpPr>
                <p:spPr>
                  <a:xfrm rot="5400000" flipV="1">
                    <a:off x="2089016"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78" name="直角三角形 1877">
                    <a:extLst>
                      <a:ext uri="{FF2B5EF4-FFF2-40B4-BE49-F238E27FC236}">
                        <a16:creationId xmlns:a16="http://schemas.microsoft.com/office/drawing/2014/main" id="{1EE6BEA3-F2EC-B4ED-B00A-57ED879473BC}"/>
                      </a:ext>
                    </a:extLst>
                  </p:cNvPr>
                  <p:cNvSpPr/>
                  <p:nvPr/>
                </p:nvSpPr>
                <p:spPr>
                  <a:xfrm rot="5400000">
                    <a:off x="2078438" y="4151748"/>
                    <a:ext cx="270000" cy="180000"/>
                  </a:xfrm>
                  <a:prstGeom prst="r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grpSp>
      <p:grpSp>
        <p:nvGrpSpPr>
          <p:cNvPr id="1926" name="グループ化 1925">
            <a:extLst>
              <a:ext uri="{FF2B5EF4-FFF2-40B4-BE49-F238E27FC236}">
                <a16:creationId xmlns:a16="http://schemas.microsoft.com/office/drawing/2014/main" id="{09ADC2A4-11B2-3A39-4FA3-C8FF8BC6AE2F}"/>
              </a:ext>
            </a:extLst>
          </p:cNvPr>
          <p:cNvGrpSpPr/>
          <p:nvPr/>
        </p:nvGrpSpPr>
        <p:grpSpPr>
          <a:xfrm>
            <a:off x="5684030" y="3927395"/>
            <a:ext cx="2285451" cy="2651123"/>
            <a:chOff x="642721" y="2557687"/>
            <a:chExt cx="2285451" cy="2651123"/>
          </a:xfrm>
        </p:grpSpPr>
        <p:sp>
          <p:nvSpPr>
            <p:cNvPr id="1847" name="六角形 1846">
              <a:extLst>
                <a:ext uri="{FF2B5EF4-FFF2-40B4-BE49-F238E27FC236}">
                  <a16:creationId xmlns:a16="http://schemas.microsoft.com/office/drawing/2014/main" id="{67BBB222-73C8-23B2-73E1-25E36F78394F}"/>
                </a:ext>
              </a:extLst>
            </p:cNvPr>
            <p:cNvSpPr>
              <a:spLocks noChangeAspect="1"/>
            </p:cNvSpPr>
            <p:nvPr/>
          </p:nvSpPr>
          <p:spPr>
            <a:xfrm rot="5400000">
              <a:off x="459885" y="2740523"/>
              <a:ext cx="2651123" cy="2285451"/>
            </a:xfrm>
            <a:prstGeom prst="hexagon">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925" name="グループ化 1924">
              <a:extLst>
                <a:ext uri="{FF2B5EF4-FFF2-40B4-BE49-F238E27FC236}">
                  <a16:creationId xmlns:a16="http://schemas.microsoft.com/office/drawing/2014/main" id="{3D38EF73-1E2F-CB00-06AF-D104C6399078}"/>
                </a:ext>
              </a:extLst>
            </p:cNvPr>
            <p:cNvGrpSpPr/>
            <p:nvPr/>
          </p:nvGrpSpPr>
          <p:grpSpPr>
            <a:xfrm>
              <a:off x="808005" y="3289761"/>
              <a:ext cx="1515997" cy="1186973"/>
              <a:chOff x="797726" y="3305555"/>
              <a:chExt cx="1515997" cy="1186973"/>
            </a:xfrm>
          </p:grpSpPr>
          <p:grpSp>
            <p:nvGrpSpPr>
              <p:cNvPr id="1912" name="グループ化 1911">
                <a:extLst>
                  <a:ext uri="{FF2B5EF4-FFF2-40B4-BE49-F238E27FC236}">
                    <a16:creationId xmlns:a16="http://schemas.microsoft.com/office/drawing/2014/main" id="{FC9C75A9-55FC-24BF-57D1-F2ECFBEC41D6}"/>
                  </a:ext>
                </a:extLst>
              </p:cNvPr>
              <p:cNvGrpSpPr/>
              <p:nvPr/>
            </p:nvGrpSpPr>
            <p:grpSpPr>
              <a:xfrm>
                <a:off x="1413723" y="3305555"/>
                <a:ext cx="900000" cy="1080000"/>
                <a:chOff x="1237458" y="3157106"/>
                <a:chExt cx="900000" cy="1080000"/>
              </a:xfrm>
            </p:grpSpPr>
            <p:sp>
              <p:nvSpPr>
                <p:cNvPr id="1886" name="フローチャート: 他ページ結合子 1885">
                  <a:extLst>
                    <a:ext uri="{FF2B5EF4-FFF2-40B4-BE49-F238E27FC236}">
                      <a16:creationId xmlns:a16="http://schemas.microsoft.com/office/drawing/2014/main" id="{FAB5CA4A-4A47-C498-9F10-611F0130F39E}"/>
                    </a:ext>
                  </a:extLst>
                </p:cNvPr>
                <p:cNvSpPr>
                  <a:spLocks noChangeAspect="1"/>
                </p:cNvSpPr>
                <p:nvPr/>
              </p:nvSpPr>
              <p:spPr>
                <a:xfrm>
                  <a:off x="1237458" y="3157106"/>
                  <a:ext cx="900000" cy="1080000"/>
                </a:xfrm>
                <a:prstGeom prst="flowChartOffpage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87" name="四角形: 角を丸くする 1886">
                  <a:extLst>
                    <a:ext uri="{FF2B5EF4-FFF2-40B4-BE49-F238E27FC236}">
                      <a16:creationId xmlns:a16="http://schemas.microsoft.com/office/drawing/2014/main" id="{D066C09A-3D61-4DF8-67D1-7F398E50F530}"/>
                    </a:ext>
                  </a:extLst>
                </p:cNvPr>
                <p:cNvSpPr/>
                <p:nvPr/>
              </p:nvSpPr>
              <p:spPr>
                <a:xfrm>
                  <a:off x="1412700" y="3364852"/>
                  <a:ext cx="549515" cy="220323"/>
                </a:xfrm>
                <a:prstGeom prst="round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24" name="グループ化 1923">
                <a:extLst>
                  <a:ext uri="{FF2B5EF4-FFF2-40B4-BE49-F238E27FC236}">
                    <a16:creationId xmlns:a16="http://schemas.microsoft.com/office/drawing/2014/main" id="{FCA26DE6-7A57-1236-BAAC-0F331237D71B}"/>
                  </a:ext>
                </a:extLst>
              </p:cNvPr>
              <p:cNvGrpSpPr>
                <a:grpSpLocks/>
              </p:cNvGrpSpPr>
              <p:nvPr/>
            </p:nvGrpSpPr>
            <p:grpSpPr>
              <a:xfrm rot="18752436" flipH="1">
                <a:off x="1313454" y="3505200"/>
                <a:ext cx="471600" cy="1503056"/>
                <a:chOff x="1030972" y="3179412"/>
                <a:chExt cx="472804" cy="1503056"/>
              </a:xfrm>
              <a:effectLst>
                <a:outerShdw dist="50800" dir="18600000" sx="105000" sy="105000" algn="tl" rotWithShape="0">
                  <a:srgbClr val="FF0000"/>
                </a:outerShdw>
              </a:effectLst>
            </p:grpSpPr>
            <p:sp>
              <p:nvSpPr>
                <p:cNvPr id="1923" name="爆発: 8 pt 1922">
                  <a:extLst>
                    <a:ext uri="{FF2B5EF4-FFF2-40B4-BE49-F238E27FC236}">
                      <a16:creationId xmlns:a16="http://schemas.microsoft.com/office/drawing/2014/main" id="{8AA8C5DD-CFE5-C910-F578-99CE7BBC2A49}"/>
                    </a:ext>
                  </a:extLst>
                </p:cNvPr>
                <p:cNvSpPr>
                  <a:spLocks noChangeAspect="1"/>
                </p:cNvSpPr>
                <p:nvPr/>
              </p:nvSpPr>
              <p:spPr>
                <a:xfrm>
                  <a:off x="1128359" y="3179412"/>
                  <a:ext cx="375417" cy="375417"/>
                </a:xfrm>
                <a:prstGeom prst="irregularSeal1">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914" name="グループ化 1913">
                  <a:extLst>
                    <a:ext uri="{FF2B5EF4-FFF2-40B4-BE49-F238E27FC236}">
                      <a16:creationId xmlns:a16="http://schemas.microsoft.com/office/drawing/2014/main" id="{7AD426E6-9F8E-A5BA-D9B4-1BAF3073D481}"/>
                    </a:ext>
                  </a:extLst>
                </p:cNvPr>
                <p:cNvGrpSpPr/>
                <p:nvPr/>
              </p:nvGrpSpPr>
              <p:grpSpPr>
                <a:xfrm>
                  <a:off x="1030972" y="3429000"/>
                  <a:ext cx="299358" cy="1253468"/>
                  <a:chOff x="900873" y="3333098"/>
                  <a:chExt cx="299358" cy="1253468"/>
                </a:xfrm>
                <a:effectLst>
                  <a:outerShdw dist="12700" dir="2700000" algn="tl" rotWithShape="0">
                    <a:srgbClr val="FF0000"/>
                  </a:outerShdw>
                </a:effectLst>
              </p:grpSpPr>
              <p:sp>
                <p:nvSpPr>
                  <p:cNvPr id="1910" name="四角形: 角を丸くする 1909">
                    <a:extLst>
                      <a:ext uri="{FF2B5EF4-FFF2-40B4-BE49-F238E27FC236}">
                        <a16:creationId xmlns:a16="http://schemas.microsoft.com/office/drawing/2014/main" id="{38CCB94D-63E5-2007-186C-2CA6EAB79073}"/>
                      </a:ext>
                    </a:extLst>
                  </p:cNvPr>
                  <p:cNvSpPr/>
                  <p:nvPr/>
                </p:nvSpPr>
                <p:spPr>
                  <a:xfrm rot="18900000">
                    <a:off x="930231" y="3333098"/>
                    <a:ext cx="270000" cy="52942"/>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11" name="四角形: 角を丸くする 1910">
                    <a:extLst>
                      <a:ext uri="{FF2B5EF4-FFF2-40B4-BE49-F238E27FC236}">
                        <a16:creationId xmlns:a16="http://schemas.microsoft.com/office/drawing/2014/main" id="{D8033210-6FEE-F77C-51DB-0D5B2E17F8E5}"/>
                      </a:ext>
                    </a:extLst>
                  </p:cNvPr>
                  <p:cNvSpPr/>
                  <p:nvPr/>
                </p:nvSpPr>
                <p:spPr>
                  <a:xfrm rot="5400000">
                    <a:off x="441873" y="3940234"/>
                    <a:ext cx="1080000" cy="52942"/>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13" name="四角形: 角を丸くする 1912">
                    <a:extLst>
                      <a:ext uri="{FF2B5EF4-FFF2-40B4-BE49-F238E27FC236}">
                        <a16:creationId xmlns:a16="http://schemas.microsoft.com/office/drawing/2014/main" id="{AD022709-16C2-E587-C6EA-610E359E34EB}"/>
                      </a:ext>
                    </a:extLst>
                  </p:cNvPr>
                  <p:cNvSpPr/>
                  <p:nvPr/>
                </p:nvSpPr>
                <p:spPr>
                  <a:xfrm rot="5400000">
                    <a:off x="621873" y="4145566"/>
                    <a:ext cx="720000" cy="16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grpSp>
      </p:grpSp>
      <p:sp>
        <p:nvSpPr>
          <p:cNvPr id="2" name="テキスト ボックス 1">
            <a:extLst>
              <a:ext uri="{FF2B5EF4-FFF2-40B4-BE49-F238E27FC236}">
                <a16:creationId xmlns:a16="http://schemas.microsoft.com/office/drawing/2014/main" id="{689B1CF2-6443-E357-A0BD-319E986579A4}"/>
              </a:ext>
            </a:extLst>
          </p:cNvPr>
          <p:cNvSpPr txBox="1">
            <a:spLocks/>
          </p:cNvSpPr>
          <p:nvPr/>
        </p:nvSpPr>
        <p:spPr>
          <a:xfrm>
            <a:off x="-90309" y="-100092"/>
            <a:ext cx="6186309" cy="646331"/>
          </a:xfrm>
          <a:prstGeom prst="rect">
            <a:avLst/>
          </a:prstGeom>
          <a:noFill/>
        </p:spPr>
        <p:txBody>
          <a:bodyPr wrap="none" rtlCol="0">
            <a:spAutoFit/>
          </a:bodyPr>
          <a:lstStyle/>
          <a:p>
            <a:r>
              <a:rPr lang="ja-JP" altLang="en-US" sz="3600" u="sng" dirty="0">
                <a:solidFill>
                  <a:schemeClr val="bg2"/>
                </a:solidFill>
                <a:latin typeface="ＭＳ ゴシック" panose="020B0609070205080204" pitchFamily="49" charset="-128"/>
                <a:ea typeface="ＭＳ ゴシック" panose="020B0609070205080204" pitchFamily="49" charset="-128"/>
              </a:rPr>
              <a:t>ものづくりコンテストとは？</a:t>
            </a:r>
            <a:endParaRPr kumimoji="1" lang="ja-JP" altLang="en-US" sz="3600" u="sng" dirty="0">
              <a:solidFill>
                <a:schemeClr val="bg2"/>
              </a:solidFill>
              <a:latin typeface="ＭＳ ゴシック" panose="020B0609070205080204" pitchFamily="49" charset="-128"/>
              <a:ea typeface="ＭＳ ゴシック" panose="020B0609070205080204" pitchFamily="49" charset="-128"/>
            </a:endParaRPr>
          </a:p>
        </p:txBody>
      </p:sp>
      <p:sp>
        <p:nvSpPr>
          <p:cNvPr id="4" name="テキスト ボックス 3">
            <a:extLst>
              <a:ext uri="{FF2B5EF4-FFF2-40B4-BE49-F238E27FC236}">
                <a16:creationId xmlns:a16="http://schemas.microsoft.com/office/drawing/2014/main" id="{9BB7527A-B0AB-682A-AA9F-CA634F1131BD}"/>
              </a:ext>
            </a:extLst>
          </p:cNvPr>
          <p:cNvSpPr txBox="1"/>
          <p:nvPr/>
        </p:nvSpPr>
        <p:spPr>
          <a:xfrm>
            <a:off x="2365478" y="2210547"/>
            <a:ext cx="3262432"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電気工事部門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sp>
        <p:nvSpPr>
          <p:cNvPr id="6" name="テキスト ボックス 5">
            <a:extLst>
              <a:ext uri="{FF2B5EF4-FFF2-40B4-BE49-F238E27FC236}">
                <a16:creationId xmlns:a16="http://schemas.microsoft.com/office/drawing/2014/main" id="{0CC5352D-19B8-7A49-2B48-C13A69EA7547}"/>
              </a:ext>
            </a:extLst>
          </p:cNvPr>
          <p:cNvSpPr txBox="1"/>
          <p:nvPr/>
        </p:nvSpPr>
        <p:spPr>
          <a:xfrm>
            <a:off x="7936564" y="2188352"/>
            <a:ext cx="4288353"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電子回路組立部門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sp>
        <p:nvSpPr>
          <p:cNvPr id="9" name="テキスト ボックス 8">
            <a:extLst>
              <a:ext uri="{FF2B5EF4-FFF2-40B4-BE49-F238E27FC236}">
                <a16:creationId xmlns:a16="http://schemas.microsoft.com/office/drawing/2014/main" id="{63F0F77F-4B8B-FB15-59F0-37B7C59294C6}"/>
              </a:ext>
            </a:extLst>
          </p:cNvPr>
          <p:cNvSpPr txBox="1"/>
          <p:nvPr/>
        </p:nvSpPr>
        <p:spPr>
          <a:xfrm>
            <a:off x="7969481" y="4844864"/>
            <a:ext cx="2236510"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溶接部門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sp>
        <p:nvSpPr>
          <p:cNvPr id="10" name="テキスト ボックス 9">
            <a:extLst>
              <a:ext uri="{FF2B5EF4-FFF2-40B4-BE49-F238E27FC236}">
                <a16:creationId xmlns:a16="http://schemas.microsoft.com/office/drawing/2014/main" id="{6327EACC-93E6-6D2A-A7E6-FABEB961696E}"/>
              </a:ext>
            </a:extLst>
          </p:cNvPr>
          <p:cNvSpPr txBox="1"/>
          <p:nvPr/>
        </p:nvSpPr>
        <p:spPr>
          <a:xfrm>
            <a:off x="2438632" y="4730591"/>
            <a:ext cx="3262432"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木材加工部門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698036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0000">
        <p159:morph option="byObject"/>
      </p:transition>
    </mc:Choice>
    <mc:Fallback xmlns="">
      <p:transition spd="slow" advTm="2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1000"/>
                                        <p:tgtEl>
                                          <p:spTgt spid="4">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left)">
                                      <p:cBhvr>
                                        <p:cTn id="10" dur="1000"/>
                                        <p:tgtEl>
                                          <p:spTgt spid="6">
                                            <p:txEl>
                                              <p:pRg st="0" end="0"/>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wipe(left)">
                                      <p:cBhvr>
                                        <p:cTn id="13" dur="1000"/>
                                        <p:tgtEl>
                                          <p:spTgt spid="9">
                                            <p:txEl>
                                              <p:pRg st="0" end="0"/>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wipe(left)">
                                      <p:cBhvr>
                                        <p:cTn id="16"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0215766B-E114-7E7C-AC77-F06F936FE4B9}"/>
              </a:ext>
            </a:extLst>
          </p:cNvPr>
          <p:cNvSpPr/>
          <p:nvPr/>
        </p:nvSpPr>
        <p:spPr>
          <a:xfrm>
            <a:off x="0" y="0"/>
            <a:ext cx="12192000" cy="6849577"/>
          </a:xfrm>
          <a:prstGeom prst="rect">
            <a:avLst/>
          </a:prstGeom>
          <a:pattFill prst="dkUpDiag">
            <a:fgClr>
              <a:schemeClr val="bg2">
                <a:lumMod val="90000"/>
              </a:schemeClr>
            </a:fgClr>
            <a:bgClr>
              <a:schemeClr val="bg2">
                <a:lumMod val="25000"/>
              </a:schemeClr>
            </a:bgClr>
          </a:pattFill>
          <a:ln>
            <a:solidFill>
              <a:schemeClr val="accent1">
                <a:shade val="15000"/>
              </a:schemeClr>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42FABE53-83FB-6681-9EEA-E59ACD6CE296}"/>
              </a:ext>
            </a:extLst>
          </p:cNvPr>
          <p:cNvSpPr/>
          <p:nvPr/>
        </p:nvSpPr>
        <p:spPr>
          <a:xfrm>
            <a:off x="0" y="1"/>
            <a:ext cx="12192000" cy="6849576"/>
          </a:xfrm>
          <a:prstGeom prst="rect">
            <a:avLst/>
          </a:prstGeom>
          <a:solidFill>
            <a:schemeClr val="tx1">
              <a:lumMod val="85000"/>
              <a:lumOff val="15000"/>
              <a:alpha val="45000"/>
            </a:schemeClr>
          </a:solidFill>
          <a:ln>
            <a:solidFill>
              <a:schemeClr val="accent1">
                <a:shade val="15000"/>
                <a:alpha val="9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直角三角形 3">
            <a:extLst>
              <a:ext uri="{FF2B5EF4-FFF2-40B4-BE49-F238E27FC236}">
                <a16:creationId xmlns:a16="http://schemas.microsoft.com/office/drawing/2014/main" id="{4CA1CB6D-F292-BAC6-BEB2-C47EFF3E7310}"/>
              </a:ext>
            </a:extLst>
          </p:cNvPr>
          <p:cNvSpPr>
            <a:spLocks/>
          </p:cNvSpPr>
          <p:nvPr/>
        </p:nvSpPr>
        <p:spPr>
          <a:xfrm rot="5400000">
            <a:off x="-1573333" y="-1664744"/>
            <a:ext cx="6858000" cy="10204333"/>
          </a:xfrm>
          <a:prstGeom prst="rtTriangle">
            <a:avLst/>
          </a:prstGeom>
          <a:solidFill>
            <a:srgbClr val="FFA700"/>
          </a:solidFill>
          <a:ln>
            <a:solidFill>
              <a:srgbClr val="FFA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直角三角形 10">
            <a:extLst>
              <a:ext uri="{FF2B5EF4-FFF2-40B4-BE49-F238E27FC236}">
                <a16:creationId xmlns:a16="http://schemas.microsoft.com/office/drawing/2014/main" id="{CA60E49C-80A0-4644-ED7D-3BAA784F54FA}"/>
              </a:ext>
            </a:extLst>
          </p:cNvPr>
          <p:cNvSpPr>
            <a:spLocks/>
          </p:cNvSpPr>
          <p:nvPr/>
        </p:nvSpPr>
        <p:spPr>
          <a:xfrm rot="16200000">
            <a:off x="-14564614" y="-1896485"/>
            <a:ext cx="9658347" cy="7833777"/>
          </a:xfrm>
          <a:prstGeom prst="rtTriangle">
            <a:avLst/>
          </a:prstGeom>
          <a:solidFill>
            <a:srgbClr val="FFA700"/>
          </a:solidFill>
          <a:ln>
            <a:solidFill>
              <a:srgbClr val="FFA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dirty="0"/>
          </a:p>
        </p:txBody>
      </p:sp>
      <p:sp>
        <p:nvSpPr>
          <p:cNvPr id="18" name="斜め縞 17">
            <a:extLst>
              <a:ext uri="{FF2B5EF4-FFF2-40B4-BE49-F238E27FC236}">
                <a16:creationId xmlns:a16="http://schemas.microsoft.com/office/drawing/2014/main" id="{9E671865-A0E2-61E1-39F6-FACA901E6FA7}"/>
              </a:ext>
            </a:extLst>
          </p:cNvPr>
          <p:cNvSpPr>
            <a:spLocks/>
          </p:cNvSpPr>
          <p:nvPr/>
        </p:nvSpPr>
        <p:spPr>
          <a:xfrm rot="16200000">
            <a:off x="-4432743" y="3495900"/>
            <a:ext cx="3265458" cy="3475588"/>
          </a:xfrm>
          <a:prstGeom prst="diagStripe">
            <a:avLst>
              <a:gd name="adj" fmla="val 69192"/>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24" name="テキスト ボックス 1623">
            <a:extLst>
              <a:ext uri="{FF2B5EF4-FFF2-40B4-BE49-F238E27FC236}">
                <a16:creationId xmlns:a16="http://schemas.microsoft.com/office/drawing/2014/main" id="{F29FC465-0430-FE81-E10A-A39A28EA74DA}"/>
              </a:ext>
            </a:extLst>
          </p:cNvPr>
          <p:cNvSpPr txBox="1"/>
          <p:nvPr/>
        </p:nvSpPr>
        <p:spPr>
          <a:xfrm>
            <a:off x="104775" y="407364"/>
            <a:ext cx="5314275"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電子回路組み立て部門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grpSp>
        <p:nvGrpSpPr>
          <p:cNvPr id="1845" name="グループ化 1844">
            <a:extLst>
              <a:ext uri="{FF2B5EF4-FFF2-40B4-BE49-F238E27FC236}">
                <a16:creationId xmlns:a16="http://schemas.microsoft.com/office/drawing/2014/main" id="{8DCA2087-91DB-CC5C-4227-CEEB042CF482}"/>
              </a:ext>
            </a:extLst>
          </p:cNvPr>
          <p:cNvGrpSpPr/>
          <p:nvPr/>
        </p:nvGrpSpPr>
        <p:grpSpPr>
          <a:xfrm>
            <a:off x="0" y="1044022"/>
            <a:ext cx="2285451" cy="2651123"/>
            <a:chOff x="1608047" y="1675845"/>
            <a:chExt cx="2285451" cy="2651123"/>
          </a:xfrm>
        </p:grpSpPr>
        <p:sp>
          <p:nvSpPr>
            <p:cNvPr id="1734" name="六角形 1733">
              <a:extLst>
                <a:ext uri="{FF2B5EF4-FFF2-40B4-BE49-F238E27FC236}">
                  <a16:creationId xmlns:a16="http://schemas.microsoft.com/office/drawing/2014/main" id="{2AC04455-52D7-8260-89EB-61F0ED29C1B0}"/>
                </a:ext>
              </a:extLst>
            </p:cNvPr>
            <p:cNvSpPr>
              <a:spLocks noChangeAspect="1"/>
            </p:cNvSpPr>
            <p:nvPr/>
          </p:nvSpPr>
          <p:spPr>
            <a:xfrm rot="5400000">
              <a:off x="1425211" y="1858681"/>
              <a:ext cx="2651123" cy="2285451"/>
            </a:xfrm>
            <a:prstGeom prst="hexagon">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844" name="グループ化 1843">
              <a:extLst>
                <a:ext uri="{FF2B5EF4-FFF2-40B4-BE49-F238E27FC236}">
                  <a16:creationId xmlns:a16="http://schemas.microsoft.com/office/drawing/2014/main" id="{548725F9-4175-D964-8A3F-1674B4077583}"/>
                </a:ext>
              </a:extLst>
            </p:cNvPr>
            <p:cNvGrpSpPr/>
            <p:nvPr/>
          </p:nvGrpSpPr>
          <p:grpSpPr>
            <a:xfrm>
              <a:off x="2023713" y="2268207"/>
              <a:ext cx="1454118" cy="1454118"/>
              <a:chOff x="2047047" y="2274347"/>
              <a:chExt cx="1454118" cy="1454118"/>
            </a:xfrm>
          </p:grpSpPr>
          <p:grpSp>
            <p:nvGrpSpPr>
              <p:cNvPr id="1842" name="グループ化 1841">
                <a:extLst>
                  <a:ext uri="{FF2B5EF4-FFF2-40B4-BE49-F238E27FC236}">
                    <a16:creationId xmlns:a16="http://schemas.microsoft.com/office/drawing/2014/main" id="{A3E91BED-5A74-1AD4-7E8A-8719780A41D8}"/>
                  </a:ext>
                </a:extLst>
              </p:cNvPr>
              <p:cNvGrpSpPr/>
              <p:nvPr/>
            </p:nvGrpSpPr>
            <p:grpSpPr>
              <a:xfrm>
                <a:off x="2047047" y="2274347"/>
                <a:ext cx="1454118" cy="1454118"/>
                <a:chOff x="2047047" y="2274347"/>
                <a:chExt cx="1454118" cy="1454118"/>
              </a:xfrm>
            </p:grpSpPr>
            <p:sp>
              <p:nvSpPr>
                <p:cNvPr id="1763" name="四角形: 角を丸くする 1762">
                  <a:extLst>
                    <a:ext uri="{FF2B5EF4-FFF2-40B4-BE49-F238E27FC236}">
                      <a16:creationId xmlns:a16="http://schemas.microsoft.com/office/drawing/2014/main" id="{367649CB-AA28-8DB4-0C1C-B9912F63FB07}"/>
                    </a:ext>
                  </a:extLst>
                </p:cNvPr>
                <p:cNvSpPr/>
                <p:nvPr/>
              </p:nvSpPr>
              <p:spPr>
                <a:xfrm>
                  <a:off x="2203555" y="2412146"/>
                  <a:ext cx="1132834" cy="11785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70" name="グループ化 1769">
                  <a:extLst>
                    <a:ext uri="{FF2B5EF4-FFF2-40B4-BE49-F238E27FC236}">
                      <a16:creationId xmlns:a16="http://schemas.microsoft.com/office/drawing/2014/main" id="{7753584C-906C-C3F7-F2A7-EBD870AA0B63}"/>
                    </a:ext>
                  </a:extLst>
                </p:cNvPr>
                <p:cNvGrpSpPr/>
                <p:nvPr/>
              </p:nvGrpSpPr>
              <p:grpSpPr>
                <a:xfrm>
                  <a:off x="2047047" y="2596827"/>
                  <a:ext cx="1454118" cy="800359"/>
                  <a:chOff x="2035854" y="2612701"/>
                  <a:chExt cx="1454118" cy="800359"/>
                </a:xfrm>
              </p:grpSpPr>
              <p:sp>
                <p:nvSpPr>
                  <p:cNvPr id="1764" name="四角形: 角を丸くする 1763">
                    <a:extLst>
                      <a:ext uri="{FF2B5EF4-FFF2-40B4-BE49-F238E27FC236}">
                        <a16:creationId xmlns:a16="http://schemas.microsoft.com/office/drawing/2014/main" id="{7D402C74-69DD-0C2E-828B-D70764657F06}"/>
                      </a:ext>
                    </a:extLst>
                  </p:cNvPr>
                  <p:cNvSpPr/>
                  <p:nvPr/>
                </p:nvSpPr>
                <p:spPr>
                  <a:xfrm>
                    <a:off x="2035854" y="2612701"/>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67" name="四角形: 角を丸くする 1766">
                    <a:extLst>
                      <a:ext uri="{FF2B5EF4-FFF2-40B4-BE49-F238E27FC236}">
                        <a16:creationId xmlns:a16="http://schemas.microsoft.com/office/drawing/2014/main" id="{8FD7676A-DD2D-3622-321A-9F436151642C}"/>
                      </a:ext>
                    </a:extLst>
                  </p:cNvPr>
                  <p:cNvSpPr/>
                  <p:nvPr/>
                </p:nvSpPr>
                <p:spPr>
                  <a:xfrm>
                    <a:off x="2049972" y="3341060"/>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71" name="グループ化 1770">
                  <a:extLst>
                    <a:ext uri="{FF2B5EF4-FFF2-40B4-BE49-F238E27FC236}">
                      <a16:creationId xmlns:a16="http://schemas.microsoft.com/office/drawing/2014/main" id="{F7BDEC0A-235E-B37B-8241-098BB90604C0}"/>
                    </a:ext>
                  </a:extLst>
                </p:cNvPr>
                <p:cNvGrpSpPr/>
                <p:nvPr/>
              </p:nvGrpSpPr>
              <p:grpSpPr>
                <a:xfrm rot="5400000">
                  <a:off x="2039987" y="2601226"/>
                  <a:ext cx="1454118" cy="800359"/>
                  <a:chOff x="2035854" y="2612701"/>
                  <a:chExt cx="1454118" cy="800359"/>
                </a:xfrm>
              </p:grpSpPr>
              <p:sp>
                <p:nvSpPr>
                  <p:cNvPr id="1772" name="四角形: 角を丸くする 1771">
                    <a:extLst>
                      <a:ext uri="{FF2B5EF4-FFF2-40B4-BE49-F238E27FC236}">
                        <a16:creationId xmlns:a16="http://schemas.microsoft.com/office/drawing/2014/main" id="{69B9D0E2-745D-5F58-C48B-740056AA392D}"/>
                      </a:ext>
                    </a:extLst>
                  </p:cNvPr>
                  <p:cNvSpPr/>
                  <p:nvPr/>
                </p:nvSpPr>
                <p:spPr>
                  <a:xfrm>
                    <a:off x="2035854" y="2612701"/>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73" name="四角形: 角を丸くする 1772">
                    <a:extLst>
                      <a:ext uri="{FF2B5EF4-FFF2-40B4-BE49-F238E27FC236}">
                        <a16:creationId xmlns:a16="http://schemas.microsoft.com/office/drawing/2014/main" id="{526318A8-845B-054A-6CA8-A623E29FEF39}"/>
                      </a:ext>
                    </a:extLst>
                  </p:cNvPr>
                  <p:cNvSpPr/>
                  <p:nvPr/>
                </p:nvSpPr>
                <p:spPr>
                  <a:xfrm>
                    <a:off x="2049972" y="3341060"/>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1843" name="グループ化 1842">
                <a:extLst>
                  <a:ext uri="{FF2B5EF4-FFF2-40B4-BE49-F238E27FC236}">
                    <a16:creationId xmlns:a16="http://schemas.microsoft.com/office/drawing/2014/main" id="{02DFE0D2-67FA-F174-0B47-5062218D7829}"/>
                  </a:ext>
                </a:extLst>
              </p:cNvPr>
              <p:cNvGrpSpPr/>
              <p:nvPr/>
            </p:nvGrpSpPr>
            <p:grpSpPr>
              <a:xfrm>
                <a:off x="2252503" y="2459958"/>
                <a:ext cx="1040320" cy="1113762"/>
                <a:chOff x="2252503" y="2459958"/>
                <a:chExt cx="1040320" cy="1113762"/>
              </a:xfrm>
            </p:grpSpPr>
            <p:grpSp>
              <p:nvGrpSpPr>
                <p:cNvPr id="1840" name="グループ化 1839">
                  <a:extLst>
                    <a:ext uri="{FF2B5EF4-FFF2-40B4-BE49-F238E27FC236}">
                      <a16:creationId xmlns:a16="http://schemas.microsoft.com/office/drawing/2014/main" id="{AFFD1CBD-4161-8EAF-89D4-4DF9DBA5B63C}"/>
                    </a:ext>
                  </a:extLst>
                </p:cNvPr>
                <p:cNvGrpSpPr/>
                <p:nvPr/>
              </p:nvGrpSpPr>
              <p:grpSpPr>
                <a:xfrm>
                  <a:off x="2379937" y="2469409"/>
                  <a:ext cx="222128" cy="383075"/>
                  <a:chOff x="2379937" y="2469409"/>
                  <a:chExt cx="222128" cy="383075"/>
                </a:xfrm>
              </p:grpSpPr>
              <p:cxnSp>
                <p:nvCxnSpPr>
                  <p:cNvPr id="1775" name="コネクタ: カギ線 1774">
                    <a:extLst>
                      <a:ext uri="{FF2B5EF4-FFF2-40B4-BE49-F238E27FC236}">
                        <a16:creationId xmlns:a16="http://schemas.microsoft.com/office/drawing/2014/main" id="{E261C1D4-ED5E-23C6-38C0-48C4CE17497F}"/>
                      </a:ext>
                    </a:extLst>
                  </p:cNvPr>
                  <p:cNvCxnSpPr>
                    <a:cxnSpLocks/>
                  </p:cNvCxnSpPr>
                  <p:nvPr/>
                </p:nvCxnSpPr>
                <p:spPr>
                  <a:xfrm rot="16200000" flipH="1">
                    <a:off x="2309204" y="2574350"/>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798" name="楕円 1797">
                    <a:extLst>
                      <a:ext uri="{FF2B5EF4-FFF2-40B4-BE49-F238E27FC236}">
                        <a16:creationId xmlns:a16="http://schemas.microsoft.com/office/drawing/2014/main" id="{701BC3F0-9E16-8F15-366B-BD8C0FFF8C08}"/>
                      </a:ext>
                    </a:extLst>
                  </p:cNvPr>
                  <p:cNvSpPr>
                    <a:spLocks noChangeAspect="1"/>
                  </p:cNvSpPr>
                  <p:nvPr/>
                </p:nvSpPr>
                <p:spPr>
                  <a:xfrm>
                    <a:off x="2379937" y="246940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99" name="楕円 1798">
                    <a:extLst>
                      <a:ext uri="{FF2B5EF4-FFF2-40B4-BE49-F238E27FC236}">
                        <a16:creationId xmlns:a16="http://schemas.microsoft.com/office/drawing/2014/main" id="{F8A908D3-2C34-7501-520A-30A2122700EC}"/>
                      </a:ext>
                    </a:extLst>
                  </p:cNvPr>
                  <p:cNvSpPr>
                    <a:spLocks noChangeAspect="1"/>
                  </p:cNvSpPr>
                  <p:nvPr/>
                </p:nvSpPr>
                <p:spPr>
                  <a:xfrm>
                    <a:off x="2566065" y="281648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9" name="グループ化 1838">
                  <a:extLst>
                    <a:ext uri="{FF2B5EF4-FFF2-40B4-BE49-F238E27FC236}">
                      <a16:creationId xmlns:a16="http://schemas.microsoft.com/office/drawing/2014/main" id="{F5B61C9C-3349-FF93-35D4-838102B2688E}"/>
                    </a:ext>
                  </a:extLst>
                </p:cNvPr>
                <p:cNvGrpSpPr/>
                <p:nvPr/>
              </p:nvGrpSpPr>
              <p:grpSpPr>
                <a:xfrm>
                  <a:off x="2321591" y="2723872"/>
                  <a:ext cx="216104" cy="387559"/>
                  <a:chOff x="2321591" y="2723872"/>
                  <a:chExt cx="216104" cy="387559"/>
                </a:xfrm>
              </p:grpSpPr>
              <p:cxnSp>
                <p:nvCxnSpPr>
                  <p:cNvPr id="1786" name="コネクタ: カギ線 1785">
                    <a:extLst>
                      <a:ext uri="{FF2B5EF4-FFF2-40B4-BE49-F238E27FC236}">
                        <a16:creationId xmlns:a16="http://schemas.microsoft.com/office/drawing/2014/main" id="{31E185B4-F462-5BB1-7643-301CC664A20D}"/>
                      </a:ext>
                    </a:extLst>
                  </p:cNvPr>
                  <p:cNvCxnSpPr>
                    <a:cxnSpLocks/>
                  </p:cNvCxnSpPr>
                  <p:nvPr/>
                </p:nvCxnSpPr>
                <p:spPr>
                  <a:xfrm rot="5400000">
                    <a:off x="2248970" y="282828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0" name="楕円 1799">
                    <a:extLst>
                      <a:ext uri="{FF2B5EF4-FFF2-40B4-BE49-F238E27FC236}">
                        <a16:creationId xmlns:a16="http://schemas.microsoft.com/office/drawing/2014/main" id="{29EF5498-925C-1750-8472-4650C7C43399}"/>
                      </a:ext>
                    </a:extLst>
                  </p:cNvPr>
                  <p:cNvSpPr>
                    <a:spLocks noChangeAspect="1"/>
                  </p:cNvSpPr>
                  <p:nvPr/>
                </p:nvSpPr>
                <p:spPr>
                  <a:xfrm>
                    <a:off x="2501695" y="27238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1" name="楕円 1800">
                    <a:extLst>
                      <a:ext uri="{FF2B5EF4-FFF2-40B4-BE49-F238E27FC236}">
                        <a16:creationId xmlns:a16="http://schemas.microsoft.com/office/drawing/2014/main" id="{7882C51D-1C38-9D21-9E82-307C3CDCE831}"/>
                      </a:ext>
                    </a:extLst>
                  </p:cNvPr>
                  <p:cNvSpPr>
                    <a:spLocks noChangeAspect="1"/>
                  </p:cNvSpPr>
                  <p:nvPr/>
                </p:nvSpPr>
                <p:spPr>
                  <a:xfrm>
                    <a:off x="2321591" y="3075431"/>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41" name="グループ化 1840">
                  <a:extLst>
                    <a:ext uri="{FF2B5EF4-FFF2-40B4-BE49-F238E27FC236}">
                      <a16:creationId xmlns:a16="http://schemas.microsoft.com/office/drawing/2014/main" id="{14EA1111-5078-8A84-9AAB-D8AF7F527348}"/>
                    </a:ext>
                  </a:extLst>
                </p:cNvPr>
                <p:cNvGrpSpPr/>
                <p:nvPr/>
              </p:nvGrpSpPr>
              <p:grpSpPr>
                <a:xfrm>
                  <a:off x="2434856" y="2800275"/>
                  <a:ext cx="381550" cy="214731"/>
                  <a:chOff x="2434856" y="2800275"/>
                  <a:chExt cx="381550" cy="214731"/>
                </a:xfrm>
              </p:grpSpPr>
              <p:cxnSp>
                <p:nvCxnSpPr>
                  <p:cNvPr id="1779" name="コネクタ: カギ線 1778">
                    <a:extLst>
                      <a:ext uri="{FF2B5EF4-FFF2-40B4-BE49-F238E27FC236}">
                        <a16:creationId xmlns:a16="http://schemas.microsoft.com/office/drawing/2014/main" id="{BCED0046-F3B0-B9F0-2824-21BA89B9ACDF}"/>
                      </a:ext>
                    </a:extLst>
                  </p:cNvPr>
                  <p:cNvCxnSpPr>
                    <a:cxnSpLocks/>
                  </p:cNvCxnSpPr>
                  <p:nvPr/>
                </p:nvCxnSpPr>
                <p:spPr>
                  <a:xfrm flipH="1">
                    <a:off x="2447615" y="281745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2" name="楕円 1801">
                    <a:extLst>
                      <a:ext uri="{FF2B5EF4-FFF2-40B4-BE49-F238E27FC236}">
                        <a16:creationId xmlns:a16="http://schemas.microsoft.com/office/drawing/2014/main" id="{A65AEB9D-EDC8-3148-87F3-694613F3B5BB}"/>
                      </a:ext>
                    </a:extLst>
                  </p:cNvPr>
                  <p:cNvSpPr>
                    <a:spLocks noChangeAspect="1"/>
                  </p:cNvSpPr>
                  <p:nvPr/>
                </p:nvSpPr>
                <p:spPr>
                  <a:xfrm>
                    <a:off x="2780406" y="280027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4" name="楕円 1803">
                    <a:extLst>
                      <a:ext uri="{FF2B5EF4-FFF2-40B4-BE49-F238E27FC236}">
                        <a16:creationId xmlns:a16="http://schemas.microsoft.com/office/drawing/2014/main" id="{A0C756F1-EA7B-73CD-6755-53410FD11CCF}"/>
                      </a:ext>
                    </a:extLst>
                  </p:cNvPr>
                  <p:cNvSpPr>
                    <a:spLocks noChangeAspect="1"/>
                  </p:cNvSpPr>
                  <p:nvPr/>
                </p:nvSpPr>
                <p:spPr>
                  <a:xfrm>
                    <a:off x="2434856" y="2979006"/>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2" name="グループ化 1831">
                  <a:extLst>
                    <a:ext uri="{FF2B5EF4-FFF2-40B4-BE49-F238E27FC236}">
                      <a16:creationId xmlns:a16="http://schemas.microsoft.com/office/drawing/2014/main" id="{E7DE0998-3937-CCFA-78CE-AA066A1D0390}"/>
                    </a:ext>
                  </a:extLst>
                </p:cNvPr>
                <p:cNvGrpSpPr/>
                <p:nvPr/>
              </p:nvGrpSpPr>
              <p:grpSpPr>
                <a:xfrm>
                  <a:off x="2266453" y="3038520"/>
                  <a:ext cx="386317" cy="211710"/>
                  <a:chOff x="2266453" y="3038520"/>
                  <a:chExt cx="386317" cy="211710"/>
                </a:xfrm>
              </p:grpSpPr>
              <p:cxnSp>
                <p:nvCxnSpPr>
                  <p:cNvPr id="1784" name="コネクタ: カギ線 1783">
                    <a:extLst>
                      <a:ext uri="{FF2B5EF4-FFF2-40B4-BE49-F238E27FC236}">
                        <a16:creationId xmlns:a16="http://schemas.microsoft.com/office/drawing/2014/main" id="{744CAB52-74BA-EC77-4D92-C3914D45D07F}"/>
                      </a:ext>
                    </a:extLst>
                  </p:cNvPr>
                  <p:cNvCxnSpPr>
                    <a:cxnSpLocks/>
                  </p:cNvCxnSpPr>
                  <p:nvPr/>
                </p:nvCxnSpPr>
                <p:spPr>
                  <a:xfrm flipH="1">
                    <a:off x="2275007" y="305608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5" name="楕円 1804">
                    <a:extLst>
                      <a:ext uri="{FF2B5EF4-FFF2-40B4-BE49-F238E27FC236}">
                        <a16:creationId xmlns:a16="http://schemas.microsoft.com/office/drawing/2014/main" id="{4EB0EBFA-44AB-B2A9-235F-4B7436B6217D}"/>
                      </a:ext>
                    </a:extLst>
                  </p:cNvPr>
                  <p:cNvSpPr>
                    <a:spLocks noChangeAspect="1"/>
                  </p:cNvSpPr>
                  <p:nvPr/>
                </p:nvSpPr>
                <p:spPr>
                  <a:xfrm>
                    <a:off x="2616770" y="303852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6" name="楕円 1805">
                    <a:extLst>
                      <a:ext uri="{FF2B5EF4-FFF2-40B4-BE49-F238E27FC236}">
                        <a16:creationId xmlns:a16="http://schemas.microsoft.com/office/drawing/2014/main" id="{7E953EAE-65C8-EA21-38F3-00CBEBC54EEA}"/>
                      </a:ext>
                    </a:extLst>
                  </p:cNvPr>
                  <p:cNvSpPr>
                    <a:spLocks noChangeAspect="1"/>
                  </p:cNvSpPr>
                  <p:nvPr/>
                </p:nvSpPr>
                <p:spPr>
                  <a:xfrm>
                    <a:off x="2266453" y="321423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3" name="グループ化 1832">
                  <a:extLst>
                    <a:ext uri="{FF2B5EF4-FFF2-40B4-BE49-F238E27FC236}">
                      <a16:creationId xmlns:a16="http://schemas.microsoft.com/office/drawing/2014/main" id="{36320280-A693-4E5C-BDB6-07B95B7A9BB0}"/>
                    </a:ext>
                  </a:extLst>
                </p:cNvPr>
                <p:cNvGrpSpPr/>
                <p:nvPr/>
              </p:nvGrpSpPr>
              <p:grpSpPr>
                <a:xfrm>
                  <a:off x="2484438" y="2951203"/>
                  <a:ext cx="394651" cy="213342"/>
                  <a:chOff x="2484438" y="2951203"/>
                  <a:chExt cx="394651" cy="213342"/>
                </a:xfrm>
              </p:grpSpPr>
              <p:cxnSp>
                <p:nvCxnSpPr>
                  <p:cNvPr id="1788" name="コネクタ: カギ線 1787">
                    <a:extLst>
                      <a:ext uri="{FF2B5EF4-FFF2-40B4-BE49-F238E27FC236}">
                        <a16:creationId xmlns:a16="http://schemas.microsoft.com/office/drawing/2014/main" id="{72D31036-D1E1-61C8-5E86-03EDBCD23F08}"/>
                      </a:ext>
                    </a:extLst>
                  </p:cNvPr>
                  <p:cNvCxnSpPr>
                    <a:cxnSpLocks/>
                  </p:cNvCxnSpPr>
                  <p:nvPr/>
                </p:nvCxnSpPr>
                <p:spPr>
                  <a:xfrm flipH="1">
                    <a:off x="2500684" y="2965114"/>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9" name="楕円 1808">
                    <a:extLst>
                      <a:ext uri="{FF2B5EF4-FFF2-40B4-BE49-F238E27FC236}">
                        <a16:creationId xmlns:a16="http://schemas.microsoft.com/office/drawing/2014/main" id="{02223AB8-99A7-6273-3B06-08F5ED625E25}"/>
                      </a:ext>
                    </a:extLst>
                  </p:cNvPr>
                  <p:cNvSpPr>
                    <a:spLocks noChangeAspect="1"/>
                  </p:cNvSpPr>
                  <p:nvPr/>
                </p:nvSpPr>
                <p:spPr>
                  <a:xfrm>
                    <a:off x="2484438" y="312854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0" name="楕円 1809">
                    <a:extLst>
                      <a:ext uri="{FF2B5EF4-FFF2-40B4-BE49-F238E27FC236}">
                        <a16:creationId xmlns:a16="http://schemas.microsoft.com/office/drawing/2014/main" id="{5DC82022-EFCB-17A1-5B6A-26AC0AA99589}"/>
                      </a:ext>
                    </a:extLst>
                  </p:cNvPr>
                  <p:cNvSpPr>
                    <a:spLocks noChangeAspect="1"/>
                  </p:cNvSpPr>
                  <p:nvPr/>
                </p:nvSpPr>
                <p:spPr>
                  <a:xfrm>
                    <a:off x="2843089" y="2951203"/>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4" name="グループ化 1833">
                  <a:extLst>
                    <a:ext uri="{FF2B5EF4-FFF2-40B4-BE49-F238E27FC236}">
                      <a16:creationId xmlns:a16="http://schemas.microsoft.com/office/drawing/2014/main" id="{0B4AB572-D920-2914-371A-31BE6B04C708}"/>
                    </a:ext>
                  </a:extLst>
                </p:cNvPr>
                <p:cNvGrpSpPr/>
                <p:nvPr/>
              </p:nvGrpSpPr>
              <p:grpSpPr>
                <a:xfrm>
                  <a:off x="2717949" y="3006457"/>
                  <a:ext cx="386163" cy="217860"/>
                  <a:chOff x="2717949" y="3006457"/>
                  <a:chExt cx="386163" cy="217860"/>
                </a:xfrm>
              </p:grpSpPr>
              <p:cxnSp>
                <p:nvCxnSpPr>
                  <p:cNvPr id="1790" name="コネクタ: カギ線 1789">
                    <a:extLst>
                      <a:ext uri="{FF2B5EF4-FFF2-40B4-BE49-F238E27FC236}">
                        <a16:creationId xmlns:a16="http://schemas.microsoft.com/office/drawing/2014/main" id="{C67E2F90-3F68-78C7-73B8-7013E144F931}"/>
                      </a:ext>
                    </a:extLst>
                  </p:cNvPr>
                  <p:cNvCxnSpPr>
                    <a:cxnSpLocks/>
                  </p:cNvCxnSpPr>
                  <p:nvPr/>
                </p:nvCxnSpPr>
                <p:spPr>
                  <a:xfrm>
                    <a:off x="2729870" y="302497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1" name="楕円 1810">
                    <a:extLst>
                      <a:ext uri="{FF2B5EF4-FFF2-40B4-BE49-F238E27FC236}">
                        <a16:creationId xmlns:a16="http://schemas.microsoft.com/office/drawing/2014/main" id="{AE69FFB0-AE66-B181-D34D-9DC9F424BF4A}"/>
                      </a:ext>
                    </a:extLst>
                  </p:cNvPr>
                  <p:cNvSpPr>
                    <a:spLocks noChangeAspect="1"/>
                  </p:cNvSpPr>
                  <p:nvPr/>
                </p:nvSpPr>
                <p:spPr>
                  <a:xfrm>
                    <a:off x="2717949" y="300645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2" name="楕円 1811">
                    <a:extLst>
                      <a:ext uri="{FF2B5EF4-FFF2-40B4-BE49-F238E27FC236}">
                        <a16:creationId xmlns:a16="http://schemas.microsoft.com/office/drawing/2014/main" id="{D5250840-CBD5-569B-9B8E-45FDAFCA88DE}"/>
                      </a:ext>
                    </a:extLst>
                  </p:cNvPr>
                  <p:cNvSpPr>
                    <a:spLocks noChangeAspect="1"/>
                  </p:cNvSpPr>
                  <p:nvPr/>
                </p:nvSpPr>
                <p:spPr>
                  <a:xfrm>
                    <a:off x="3068112" y="318831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7" name="グループ化 1836">
                  <a:extLst>
                    <a:ext uri="{FF2B5EF4-FFF2-40B4-BE49-F238E27FC236}">
                      <a16:creationId xmlns:a16="http://schemas.microsoft.com/office/drawing/2014/main" id="{BC28204E-4E96-021B-EADF-3DD55656F0E3}"/>
                    </a:ext>
                  </a:extLst>
                </p:cNvPr>
                <p:cNvGrpSpPr/>
                <p:nvPr/>
              </p:nvGrpSpPr>
              <p:grpSpPr>
                <a:xfrm>
                  <a:off x="2918955" y="2459958"/>
                  <a:ext cx="214616" cy="381429"/>
                  <a:chOff x="2918955" y="2459958"/>
                  <a:chExt cx="214616" cy="381429"/>
                </a:xfrm>
              </p:grpSpPr>
              <p:cxnSp>
                <p:nvCxnSpPr>
                  <p:cNvPr id="1797" name="コネクタ: カギ線 1796">
                    <a:extLst>
                      <a:ext uri="{FF2B5EF4-FFF2-40B4-BE49-F238E27FC236}">
                        <a16:creationId xmlns:a16="http://schemas.microsoft.com/office/drawing/2014/main" id="{A03FFB0A-CCBA-00F4-BE69-EAE3BE40298A}"/>
                      </a:ext>
                    </a:extLst>
                  </p:cNvPr>
                  <p:cNvCxnSpPr>
                    <a:cxnSpLocks/>
                  </p:cNvCxnSpPr>
                  <p:nvPr/>
                </p:nvCxnSpPr>
                <p:spPr>
                  <a:xfrm rot="5400000">
                    <a:off x="2846327" y="2561865"/>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5" name="楕円 1814">
                    <a:extLst>
                      <a:ext uri="{FF2B5EF4-FFF2-40B4-BE49-F238E27FC236}">
                        <a16:creationId xmlns:a16="http://schemas.microsoft.com/office/drawing/2014/main" id="{EC757482-6744-24D6-C71A-9BE1D78218A6}"/>
                      </a:ext>
                    </a:extLst>
                  </p:cNvPr>
                  <p:cNvSpPr>
                    <a:spLocks noChangeAspect="1"/>
                  </p:cNvSpPr>
                  <p:nvPr/>
                </p:nvSpPr>
                <p:spPr>
                  <a:xfrm>
                    <a:off x="2918955" y="280538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6" name="楕円 1815">
                    <a:extLst>
                      <a:ext uri="{FF2B5EF4-FFF2-40B4-BE49-F238E27FC236}">
                        <a16:creationId xmlns:a16="http://schemas.microsoft.com/office/drawing/2014/main" id="{8A1333F5-C7AA-6FE8-94A3-7ADD570C1FB4}"/>
                      </a:ext>
                    </a:extLst>
                  </p:cNvPr>
                  <p:cNvSpPr>
                    <a:spLocks noChangeAspect="1"/>
                  </p:cNvSpPr>
                  <p:nvPr/>
                </p:nvSpPr>
                <p:spPr>
                  <a:xfrm>
                    <a:off x="3097571" y="245995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6" name="グループ化 1835">
                  <a:extLst>
                    <a:ext uri="{FF2B5EF4-FFF2-40B4-BE49-F238E27FC236}">
                      <a16:creationId xmlns:a16="http://schemas.microsoft.com/office/drawing/2014/main" id="{F81F5B8B-6E20-9293-1067-68C87DCCF17B}"/>
                    </a:ext>
                  </a:extLst>
                </p:cNvPr>
                <p:cNvGrpSpPr/>
                <p:nvPr/>
              </p:nvGrpSpPr>
              <p:grpSpPr>
                <a:xfrm>
                  <a:off x="2679531" y="2547672"/>
                  <a:ext cx="560294" cy="381514"/>
                  <a:chOff x="2679531" y="2547672"/>
                  <a:chExt cx="560294" cy="381514"/>
                </a:xfrm>
              </p:grpSpPr>
              <p:cxnSp>
                <p:nvCxnSpPr>
                  <p:cNvPr id="1782" name="コネクタ: カギ線 1781">
                    <a:extLst>
                      <a:ext uri="{FF2B5EF4-FFF2-40B4-BE49-F238E27FC236}">
                        <a16:creationId xmlns:a16="http://schemas.microsoft.com/office/drawing/2014/main" id="{16234A24-758E-796E-95CD-94C8AB431A3F}"/>
                      </a:ext>
                    </a:extLst>
                  </p:cNvPr>
                  <p:cNvCxnSpPr>
                    <a:cxnSpLocks/>
                  </p:cNvCxnSpPr>
                  <p:nvPr/>
                </p:nvCxnSpPr>
                <p:spPr>
                  <a:xfrm rot="5400000">
                    <a:off x="2952516" y="265918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783" name="コネクタ: カギ線 1782">
                    <a:extLst>
                      <a:ext uri="{FF2B5EF4-FFF2-40B4-BE49-F238E27FC236}">
                        <a16:creationId xmlns:a16="http://schemas.microsoft.com/office/drawing/2014/main" id="{F8022671-2C63-783B-91C1-EE265A386E74}"/>
                      </a:ext>
                    </a:extLst>
                  </p:cNvPr>
                  <p:cNvCxnSpPr>
                    <a:cxnSpLocks/>
                  </p:cNvCxnSpPr>
                  <p:nvPr/>
                </p:nvCxnSpPr>
                <p:spPr>
                  <a:xfrm>
                    <a:off x="2688051" y="274172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3" name="楕円 1802">
                    <a:extLst>
                      <a:ext uri="{FF2B5EF4-FFF2-40B4-BE49-F238E27FC236}">
                        <a16:creationId xmlns:a16="http://schemas.microsoft.com/office/drawing/2014/main" id="{67CEE045-855A-4F9B-ECB3-E1502C0DA0E5}"/>
                      </a:ext>
                    </a:extLst>
                  </p:cNvPr>
                  <p:cNvSpPr>
                    <a:spLocks noChangeAspect="1"/>
                  </p:cNvSpPr>
                  <p:nvPr/>
                </p:nvSpPr>
                <p:spPr>
                  <a:xfrm>
                    <a:off x="2679531" y="272465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7" name="楕円 1816">
                    <a:extLst>
                      <a:ext uri="{FF2B5EF4-FFF2-40B4-BE49-F238E27FC236}">
                        <a16:creationId xmlns:a16="http://schemas.microsoft.com/office/drawing/2014/main" id="{0222256C-B353-DD0D-F534-746D07481B47}"/>
                      </a:ext>
                    </a:extLst>
                  </p:cNvPr>
                  <p:cNvSpPr>
                    <a:spLocks noChangeAspect="1"/>
                  </p:cNvSpPr>
                  <p:nvPr/>
                </p:nvSpPr>
                <p:spPr>
                  <a:xfrm>
                    <a:off x="3203825" y="25476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8" name="グループ化 1827">
                  <a:extLst>
                    <a:ext uri="{FF2B5EF4-FFF2-40B4-BE49-F238E27FC236}">
                      <a16:creationId xmlns:a16="http://schemas.microsoft.com/office/drawing/2014/main" id="{0996B17D-EAD1-2A4D-A9EF-6BECDD43CF36}"/>
                    </a:ext>
                  </a:extLst>
                </p:cNvPr>
                <p:cNvGrpSpPr/>
                <p:nvPr/>
              </p:nvGrpSpPr>
              <p:grpSpPr>
                <a:xfrm>
                  <a:off x="2556695" y="3263799"/>
                  <a:ext cx="378012" cy="212217"/>
                  <a:chOff x="2556695" y="3263799"/>
                  <a:chExt cx="378012" cy="212217"/>
                </a:xfrm>
              </p:grpSpPr>
              <p:cxnSp>
                <p:nvCxnSpPr>
                  <p:cNvPr id="1787" name="コネクタ: カギ線 1786">
                    <a:extLst>
                      <a:ext uri="{FF2B5EF4-FFF2-40B4-BE49-F238E27FC236}">
                        <a16:creationId xmlns:a16="http://schemas.microsoft.com/office/drawing/2014/main" id="{61DBC523-E843-F38A-D79E-325841BF3587}"/>
                      </a:ext>
                    </a:extLst>
                  </p:cNvPr>
                  <p:cNvCxnSpPr>
                    <a:cxnSpLocks/>
                  </p:cNvCxnSpPr>
                  <p:nvPr/>
                </p:nvCxnSpPr>
                <p:spPr>
                  <a:xfrm>
                    <a:off x="2556705" y="3279474"/>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9" name="楕円 1818">
                    <a:extLst>
                      <a:ext uri="{FF2B5EF4-FFF2-40B4-BE49-F238E27FC236}">
                        <a16:creationId xmlns:a16="http://schemas.microsoft.com/office/drawing/2014/main" id="{C219BF04-D5B4-D2E7-1E09-453649D062A9}"/>
                      </a:ext>
                    </a:extLst>
                  </p:cNvPr>
                  <p:cNvSpPr>
                    <a:spLocks noChangeAspect="1"/>
                  </p:cNvSpPr>
                  <p:nvPr/>
                </p:nvSpPr>
                <p:spPr>
                  <a:xfrm>
                    <a:off x="2898707" y="3440016"/>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0" name="楕円 1819">
                    <a:extLst>
                      <a:ext uri="{FF2B5EF4-FFF2-40B4-BE49-F238E27FC236}">
                        <a16:creationId xmlns:a16="http://schemas.microsoft.com/office/drawing/2014/main" id="{52833B50-2AB0-3F97-F7BD-E471540044AA}"/>
                      </a:ext>
                    </a:extLst>
                  </p:cNvPr>
                  <p:cNvSpPr>
                    <a:spLocks noChangeAspect="1"/>
                  </p:cNvSpPr>
                  <p:nvPr/>
                </p:nvSpPr>
                <p:spPr>
                  <a:xfrm>
                    <a:off x="2556695" y="326379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8" name="グループ化 1837">
                  <a:extLst>
                    <a:ext uri="{FF2B5EF4-FFF2-40B4-BE49-F238E27FC236}">
                      <a16:creationId xmlns:a16="http://schemas.microsoft.com/office/drawing/2014/main" id="{767ED811-6C64-62CA-7534-CDDEB6B198BC}"/>
                    </a:ext>
                  </a:extLst>
                </p:cNvPr>
                <p:cNvGrpSpPr/>
                <p:nvPr/>
              </p:nvGrpSpPr>
              <p:grpSpPr>
                <a:xfrm>
                  <a:off x="2252503" y="3290339"/>
                  <a:ext cx="394771" cy="214135"/>
                  <a:chOff x="2252503" y="3290339"/>
                  <a:chExt cx="394771" cy="214135"/>
                </a:xfrm>
              </p:grpSpPr>
              <p:cxnSp>
                <p:nvCxnSpPr>
                  <p:cNvPr id="1780" name="コネクタ: カギ線 1779">
                    <a:extLst>
                      <a:ext uri="{FF2B5EF4-FFF2-40B4-BE49-F238E27FC236}">
                        <a16:creationId xmlns:a16="http://schemas.microsoft.com/office/drawing/2014/main" id="{101EEBE2-7D91-D764-E651-BAAD1740466E}"/>
                      </a:ext>
                    </a:extLst>
                  </p:cNvPr>
                  <p:cNvCxnSpPr>
                    <a:cxnSpLocks/>
                  </p:cNvCxnSpPr>
                  <p:nvPr/>
                </p:nvCxnSpPr>
                <p:spPr>
                  <a:xfrm>
                    <a:off x="2270705" y="330718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7" name="楕円 1806">
                    <a:extLst>
                      <a:ext uri="{FF2B5EF4-FFF2-40B4-BE49-F238E27FC236}">
                        <a16:creationId xmlns:a16="http://schemas.microsoft.com/office/drawing/2014/main" id="{78F0BAFE-F592-95D5-DADC-DD0D25B505FA}"/>
                      </a:ext>
                    </a:extLst>
                  </p:cNvPr>
                  <p:cNvSpPr>
                    <a:spLocks noChangeAspect="1"/>
                  </p:cNvSpPr>
                  <p:nvPr/>
                </p:nvSpPr>
                <p:spPr>
                  <a:xfrm>
                    <a:off x="2252503" y="329033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8" name="楕円 1817">
                    <a:extLst>
                      <a:ext uri="{FF2B5EF4-FFF2-40B4-BE49-F238E27FC236}">
                        <a16:creationId xmlns:a16="http://schemas.microsoft.com/office/drawing/2014/main" id="{48B3A520-D851-C42B-326D-8F0A8C553765}"/>
                      </a:ext>
                    </a:extLst>
                  </p:cNvPr>
                  <p:cNvSpPr>
                    <a:spLocks noChangeAspect="1"/>
                  </p:cNvSpPr>
                  <p:nvPr/>
                </p:nvSpPr>
                <p:spPr>
                  <a:xfrm>
                    <a:off x="2611274" y="346847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9" name="グループ化 1828">
                  <a:extLst>
                    <a:ext uri="{FF2B5EF4-FFF2-40B4-BE49-F238E27FC236}">
                      <a16:creationId xmlns:a16="http://schemas.microsoft.com/office/drawing/2014/main" id="{A9702FD6-AE9F-F9F9-53E0-8378674A65C9}"/>
                    </a:ext>
                  </a:extLst>
                </p:cNvPr>
                <p:cNvGrpSpPr/>
                <p:nvPr/>
              </p:nvGrpSpPr>
              <p:grpSpPr>
                <a:xfrm>
                  <a:off x="2489204" y="3190829"/>
                  <a:ext cx="211493" cy="382891"/>
                  <a:chOff x="2489204" y="3190829"/>
                  <a:chExt cx="211493" cy="382891"/>
                </a:xfrm>
              </p:grpSpPr>
              <p:cxnSp>
                <p:nvCxnSpPr>
                  <p:cNvPr id="1785" name="コネクタ: カギ線 1784">
                    <a:extLst>
                      <a:ext uri="{FF2B5EF4-FFF2-40B4-BE49-F238E27FC236}">
                        <a16:creationId xmlns:a16="http://schemas.microsoft.com/office/drawing/2014/main" id="{44A652F3-F95F-C5DF-9C40-3230D935043F}"/>
                      </a:ext>
                    </a:extLst>
                  </p:cNvPr>
                  <p:cNvCxnSpPr>
                    <a:cxnSpLocks/>
                  </p:cNvCxnSpPr>
                  <p:nvPr/>
                </p:nvCxnSpPr>
                <p:spPr>
                  <a:xfrm rot="16200000" flipH="1">
                    <a:off x="2412695" y="3295449"/>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8" name="楕円 1807">
                    <a:extLst>
                      <a:ext uri="{FF2B5EF4-FFF2-40B4-BE49-F238E27FC236}">
                        <a16:creationId xmlns:a16="http://schemas.microsoft.com/office/drawing/2014/main" id="{97FB8B89-F84D-973C-0C12-5139A7B4072B}"/>
                      </a:ext>
                    </a:extLst>
                  </p:cNvPr>
                  <p:cNvSpPr>
                    <a:spLocks noChangeAspect="1"/>
                  </p:cNvSpPr>
                  <p:nvPr/>
                </p:nvSpPr>
                <p:spPr>
                  <a:xfrm>
                    <a:off x="2489204" y="319082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1" name="楕円 1820">
                    <a:extLst>
                      <a:ext uri="{FF2B5EF4-FFF2-40B4-BE49-F238E27FC236}">
                        <a16:creationId xmlns:a16="http://schemas.microsoft.com/office/drawing/2014/main" id="{5049EAD7-BD74-10C9-E6AE-7E5043C5B75A}"/>
                      </a:ext>
                    </a:extLst>
                  </p:cNvPr>
                  <p:cNvSpPr>
                    <a:spLocks noChangeAspect="1"/>
                  </p:cNvSpPr>
                  <p:nvPr/>
                </p:nvSpPr>
                <p:spPr>
                  <a:xfrm>
                    <a:off x="2664697" y="353772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6" name="グループ化 1825">
                  <a:extLst>
                    <a:ext uri="{FF2B5EF4-FFF2-40B4-BE49-F238E27FC236}">
                      <a16:creationId xmlns:a16="http://schemas.microsoft.com/office/drawing/2014/main" id="{CEAFB1A2-B512-34A1-6D1C-D4DF8C4D3E47}"/>
                    </a:ext>
                  </a:extLst>
                </p:cNvPr>
                <p:cNvGrpSpPr/>
                <p:nvPr/>
              </p:nvGrpSpPr>
              <p:grpSpPr>
                <a:xfrm>
                  <a:off x="2881072" y="3320318"/>
                  <a:ext cx="387311" cy="217020"/>
                  <a:chOff x="2881072" y="3320318"/>
                  <a:chExt cx="387311" cy="217020"/>
                </a:xfrm>
              </p:grpSpPr>
              <p:cxnSp>
                <p:nvCxnSpPr>
                  <p:cNvPr id="1792" name="コネクタ: カギ線 1791">
                    <a:extLst>
                      <a:ext uri="{FF2B5EF4-FFF2-40B4-BE49-F238E27FC236}">
                        <a16:creationId xmlns:a16="http://schemas.microsoft.com/office/drawing/2014/main" id="{469D18AF-F658-4651-4842-2E210A67E08D}"/>
                      </a:ext>
                    </a:extLst>
                  </p:cNvPr>
                  <p:cNvCxnSpPr>
                    <a:cxnSpLocks/>
                  </p:cNvCxnSpPr>
                  <p:nvPr/>
                </p:nvCxnSpPr>
                <p:spPr>
                  <a:xfrm flipH="1">
                    <a:off x="2893213" y="333933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22" name="楕円 1821">
                    <a:extLst>
                      <a:ext uri="{FF2B5EF4-FFF2-40B4-BE49-F238E27FC236}">
                        <a16:creationId xmlns:a16="http://schemas.microsoft.com/office/drawing/2014/main" id="{96B3D53A-FF04-E0EB-31CF-40F9AA9EA283}"/>
                      </a:ext>
                    </a:extLst>
                  </p:cNvPr>
                  <p:cNvSpPr>
                    <a:spLocks noChangeAspect="1"/>
                  </p:cNvSpPr>
                  <p:nvPr/>
                </p:nvSpPr>
                <p:spPr>
                  <a:xfrm>
                    <a:off x="2881072" y="350133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3" name="楕円 1822">
                    <a:extLst>
                      <a:ext uri="{FF2B5EF4-FFF2-40B4-BE49-F238E27FC236}">
                        <a16:creationId xmlns:a16="http://schemas.microsoft.com/office/drawing/2014/main" id="{D3DFE64F-F015-9016-39C5-8033BA537714}"/>
                      </a:ext>
                    </a:extLst>
                  </p:cNvPr>
                  <p:cNvSpPr>
                    <a:spLocks noChangeAspect="1"/>
                  </p:cNvSpPr>
                  <p:nvPr/>
                </p:nvSpPr>
                <p:spPr>
                  <a:xfrm>
                    <a:off x="3232383" y="332031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7" name="グループ化 1826">
                  <a:extLst>
                    <a:ext uri="{FF2B5EF4-FFF2-40B4-BE49-F238E27FC236}">
                      <a16:creationId xmlns:a16="http://schemas.microsoft.com/office/drawing/2014/main" id="{A577215C-EA85-D280-89B5-F3F50B01E3BB}"/>
                    </a:ext>
                  </a:extLst>
                </p:cNvPr>
                <p:cNvGrpSpPr/>
                <p:nvPr/>
              </p:nvGrpSpPr>
              <p:grpSpPr>
                <a:xfrm>
                  <a:off x="2947430" y="3064508"/>
                  <a:ext cx="216345" cy="382936"/>
                  <a:chOff x="2947430" y="3064508"/>
                  <a:chExt cx="216345" cy="382936"/>
                </a:xfrm>
              </p:grpSpPr>
              <p:cxnSp>
                <p:nvCxnSpPr>
                  <p:cNvPr id="1789" name="コネクタ: カギ線 1788">
                    <a:extLst>
                      <a:ext uri="{FF2B5EF4-FFF2-40B4-BE49-F238E27FC236}">
                        <a16:creationId xmlns:a16="http://schemas.microsoft.com/office/drawing/2014/main" id="{40C95133-470F-C8A2-3266-9653E349C75F}"/>
                      </a:ext>
                    </a:extLst>
                  </p:cNvPr>
                  <p:cNvCxnSpPr>
                    <a:cxnSpLocks/>
                  </p:cNvCxnSpPr>
                  <p:nvPr/>
                </p:nvCxnSpPr>
                <p:spPr>
                  <a:xfrm rot="5400000">
                    <a:off x="2872276" y="317001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4" name="楕円 1813">
                    <a:extLst>
                      <a:ext uri="{FF2B5EF4-FFF2-40B4-BE49-F238E27FC236}">
                        <a16:creationId xmlns:a16="http://schemas.microsoft.com/office/drawing/2014/main" id="{38976EAD-92A1-B7B6-1374-2084046B3CE6}"/>
                      </a:ext>
                    </a:extLst>
                  </p:cNvPr>
                  <p:cNvSpPr>
                    <a:spLocks noChangeAspect="1"/>
                  </p:cNvSpPr>
                  <p:nvPr/>
                </p:nvSpPr>
                <p:spPr>
                  <a:xfrm>
                    <a:off x="3127775" y="306450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4" name="楕円 1823">
                    <a:extLst>
                      <a:ext uri="{FF2B5EF4-FFF2-40B4-BE49-F238E27FC236}">
                        <a16:creationId xmlns:a16="http://schemas.microsoft.com/office/drawing/2014/main" id="{33F8BADB-B5F2-C3B4-A185-419FC3F62DED}"/>
                      </a:ext>
                    </a:extLst>
                  </p:cNvPr>
                  <p:cNvSpPr>
                    <a:spLocks noChangeAspect="1"/>
                  </p:cNvSpPr>
                  <p:nvPr/>
                </p:nvSpPr>
                <p:spPr>
                  <a:xfrm>
                    <a:off x="2947430" y="341144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5" name="グループ化 1834">
                  <a:extLst>
                    <a:ext uri="{FF2B5EF4-FFF2-40B4-BE49-F238E27FC236}">
                      <a16:creationId xmlns:a16="http://schemas.microsoft.com/office/drawing/2014/main" id="{EA3C06DC-60F0-94B1-3ABA-3D06C230D340}"/>
                    </a:ext>
                  </a:extLst>
                </p:cNvPr>
                <p:cNvGrpSpPr/>
                <p:nvPr/>
              </p:nvGrpSpPr>
              <p:grpSpPr>
                <a:xfrm>
                  <a:off x="3077497" y="2741872"/>
                  <a:ext cx="215326" cy="399410"/>
                  <a:chOff x="3077497" y="2741872"/>
                  <a:chExt cx="215326" cy="399410"/>
                </a:xfrm>
              </p:grpSpPr>
              <p:cxnSp>
                <p:nvCxnSpPr>
                  <p:cNvPr id="1793" name="コネクタ: カギ線 1792">
                    <a:extLst>
                      <a:ext uri="{FF2B5EF4-FFF2-40B4-BE49-F238E27FC236}">
                        <a16:creationId xmlns:a16="http://schemas.microsoft.com/office/drawing/2014/main" id="{B58F0DB2-8D1E-506F-B35C-C275325D0F73}"/>
                      </a:ext>
                    </a:extLst>
                  </p:cNvPr>
                  <p:cNvCxnSpPr>
                    <a:cxnSpLocks/>
                  </p:cNvCxnSpPr>
                  <p:nvPr/>
                </p:nvCxnSpPr>
                <p:spPr>
                  <a:xfrm rot="5400000">
                    <a:off x="3004821" y="2850245"/>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3" name="楕円 1812">
                    <a:extLst>
                      <a:ext uri="{FF2B5EF4-FFF2-40B4-BE49-F238E27FC236}">
                        <a16:creationId xmlns:a16="http://schemas.microsoft.com/office/drawing/2014/main" id="{68E04F39-5491-3DCC-762D-E4B1F0B1F7D9}"/>
                      </a:ext>
                    </a:extLst>
                  </p:cNvPr>
                  <p:cNvSpPr>
                    <a:spLocks noChangeAspect="1"/>
                  </p:cNvSpPr>
                  <p:nvPr/>
                </p:nvSpPr>
                <p:spPr>
                  <a:xfrm>
                    <a:off x="3077497" y="310528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5" name="楕円 1824">
                    <a:extLst>
                      <a:ext uri="{FF2B5EF4-FFF2-40B4-BE49-F238E27FC236}">
                        <a16:creationId xmlns:a16="http://schemas.microsoft.com/office/drawing/2014/main" id="{2E930C05-79B7-2791-7B37-6C8FC2C50B2A}"/>
                      </a:ext>
                    </a:extLst>
                  </p:cNvPr>
                  <p:cNvSpPr>
                    <a:spLocks noChangeAspect="1"/>
                  </p:cNvSpPr>
                  <p:nvPr/>
                </p:nvSpPr>
                <p:spPr>
                  <a:xfrm>
                    <a:off x="3256823" y="27418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grpSp>
      </p:grpSp>
      <p:sp>
        <p:nvSpPr>
          <p:cNvPr id="15" name="テキスト ボックス 14">
            <a:extLst>
              <a:ext uri="{FF2B5EF4-FFF2-40B4-BE49-F238E27FC236}">
                <a16:creationId xmlns:a16="http://schemas.microsoft.com/office/drawing/2014/main" id="{4BA6B54B-1BC9-F5EF-0082-A436E05E386D}"/>
              </a:ext>
            </a:extLst>
          </p:cNvPr>
          <p:cNvSpPr txBox="1">
            <a:spLocks/>
          </p:cNvSpPr>
          <p:nvPr/>
        </p:nvSpPr>
        <p:spPr>
          <a:xfrm>
            <a:off x="6511348" y="252938"/>
            <a:ext cx="3475589" cy="1692771"/>
          </a:xfrm>
          <a:prstGeom prst="rect">
            <a:avLst/>
          </a:prstGeom>
          <a:noFill/>
        </p:spPr>
        <p:txBody>
          <a:bodyPr wrap="square" rtlCol="0">
            <a:spAutoFit/>
          </a:bodyPr>
          <a:lstStyle/>
          <a:p>
            <a:r>
              <a:rPr lang="ja-JP" altLang="en-US" sz="4000" dirty="0">
                <a:solidFill>
                  <a:srgbClr val="C5B9FF"/>
                </a:solidFill>
                <a:latin typeface="ＭＳ ゴシック" panose="020B0609070205080204" pitchFamily="49" charset="-128"/>
                <a:ea typeface="ＭＳ ゴシック" panose="020B0609070205080204" pitchFamily="49" charset="-128"/>
              </a:rPr>
              <a:t>・作図</a:t>
            </a:r>
            <a:endParaRPr lang="en-US" altLang="ja-JP" sz="4000" dirty="0">
              <a:solidFill>
                <a:srgbClr val="C5B9FF"/>
              </a:solidFill>
              <a:latin typeface="ＭＳ ゴシック" panose="020B0609070205080204" pitchFamily="49" charset="-128"/>
              <a:ea typeface="ＭＳ ゴシック" panose="020B0609070205080204" pitchFamily="49" charset="-128"/>
            </a:endParaRPr>
          </a:p>
          <a:p>
            <a:r>
              <a:rPr lang="ja-JP" altLang="en-US" sz="3200" dirty="0">
                <a:solidFill>
                  <a:srgbClr val="4925FF"/>
                </a:solidFill>
                <a:latin typeface="ＭＳ ゴシック" panose="020B0609070205080204" pitchFamily="49" charset="-128"/>
                <a:ea typeface="ＭＳ ゴシック" panose="020B0609070205080204" pitchFamily="49" charset="-128"/>
              </a:rPr>
              <a:t>・ハンダ作業</a:t>
            </a:r>
            <a:endParaRPr lang="en-US" altLang="ja-JP" sz="3200" dirty="0">
              <a:solidFill>
                <a:srgbClr val="4925FF"/>
              </a:solidFill>
              <a:latin typeface="ＭＳ ゴシック" panose="020B0609070205080204" pitchFamily="49" charset="-128"/>
              <a:ea typeface="ＭＳ ゴシック" panose="020B0609070205080204" pitchFamily="49" charset="-128"/>
            </a:endParaRPr>
          </a:p>
          <a:p>
            <a:r>
              <a:rPr lang="ja-JP" altLang="en-US" sz="3200" dirty="0">
                <a:solidFill>
                  <a:srgbClr val="4925FF"/>
                </a:solidFill>
                <a:latin typeface="ＭＳ ゴシック" panose="020B0609070205080204" pitchFamily="49" charset="-128"/>
                <a:ea typeface="ＭＳ ゴシック" panose="020B0609070205080204" pitchFamily="49" charset="-128"/>
              </a:rPr>
              <a:t>・プログラミング</a:t>
            </a:r>
            <a:endParaRPr lang="en-US" altLang="ja-JP" sz="3200" dirty="0">
              <a:solidFill>
                <a:srgbClr val="4925FF"/>
              </a:solidFill>
              <a:latin typeface="ＭＳ ゴシック" panose="020B0609070205080204" pitchFamily="49" charset="-128"/>
              <a:ea typeface="ＭＳ ゴシック" panose="020B0609070205080204" pitchFamily="49" charset="-128"/>
            </a:endParaRPr>
          </a:p>
        </p:txBody>
      </p:sp>
      <p:sp>
        <p:nvSpPr>
          <p:cNvPr id="2" name="テキスト ボックス 1">
            <a:extLst>
              <a:ext uri="{FF2B5EF4-FFF2-40B4-BE49-F238E27FC236}">
                <a16:creationId xmlns:a16="http://schemas.microsoft.com/office/drawing/2014/main" id="{E4892967-8DB2-5411-C0C1-696368C3CFFE}"/>
              </a:ext>
            </a:extLst>
          </p:cNvPr>
          <p:cNvSpPr txBox="1">
            <a:spLocks/>
          </p:cNvSpPr>
          <p:nvPr/>
        </p:nvSpPr>
        <p:spPr>
          <a:xfrm>
            <a:off x="6337323" y="263413"/>
            <a:ext cx="441146" cy="707886"/>
          </a:xfrm>
          <a:prstGeom prst="rect">
            <a:avLst/>
          </a:prstGeom>
          <a:noFill/>
        </p:spPr>
        <p:txBody>
          <a:bodyPr wrap="none" rtlCol="0">
            <a:spAutoFit/>
          </a:bodyPr>
          <a:lstStyle/>
          <a:p>
            <a:r>
              <a:rPr lang="en-US" altLang="ja-JP" sz="4000" dirty="0">
                <a:solidFill>
                  <a:srgbClr val="C5B9FF"/>
                </a:solidFill>
                <a:latin typeface="ＭＳ ゴシック" panose="020B0609070205080204" pitchFamily="49" charset="-128"/>
                <a:ea typeface="ＭＳ ゴシック" panose="020B0609070205080204" pitchFamily="49" charset="-128"/>
              </a:rPr>
              <a:t>&gt;</a:t>
            </a:r>
          </a:p>
        </p:txBody>
      </p:sp>
      <p:sp>
        <p:nvSpPr>
          <p:cNvPr id="12" name="テキスト ボックス 11">
            <a:extLst>
              <a:ext uri="{FF2B5EF4-FFF2-40B4-BE49-F238E27FC236}">
                <a16:creationId xmlns:a16="http://schemas.microsoft.com/office/drawing/2014/main" id="{7F87B3BD-0A02-7BFC-748C-C0682871ADD8}"/>
              </a:ext>
            </a:extLst>
          </p:cNvPr>
          <p:cNvSpPr txBox="1">
            <a:spLocks/>
          </p:cNvSpPr>
          <p:nvPr/>
        </p:nvSpPr>
        <p:spPr>
          <a:xfrm>
            <a:off x="104775" y="-90011"/>
            <a:ext cx="6186309" cy="646331"/>
          </a:xfrm>
          <a:prstGeom prst="rect">
            <a:avLst/>
          </a:prstGeom>
          <a:noFill/>
        </p:spPr>
        <p:txBody>
          <a:bodyPr wrap="none" rtlCol="0">
            <a:spAutoFit/>
          </a:bodyPr>
          <a:lstStyle/>
          <a:p>
            <a:r>
              <a:rPr lang="ja-JP" altLang="en-US" sz="3600" u="sng" dirty="0">
                <a:solidFill>
                  <a:schemeClr val="bg2"/>
                </a:solidFill>
                <a:latin typeface="ＭＳ ゴシック" panose="020B0609070205080204" pitchFamily="49" charset="-128"/>
                <a:ea typeface="ＭＳ ゴシック" panose="020B0609070205080204" pitchFamily="49" charset="-128"/>
              </a:rPr>
              <a:t>ものづくりコンテストとは？</a:t>
            </a:r>
            <a:endParaRPr kumimoji="1" lang="ja-JP" altLang="en-US" sz="3600" u="sng" dirty="0">
              <a:solidFill>
                <a:schemeClr val="bg2"/>
              </a:solidFill>
              <a:latin typeface="ＭＳ ゴシック" panose="020B0609070205080204" pitchFamily="49" charset="-128"/>
              <a:ea typeface="ＭＳ ゴシック" panose="020B0609070205080204" pitchFamily="49" charset="-128"/>
            </a:endParaRPr>
          </a:p>
        </p:txBody>
      </p:sp>
      <p:pic>
        <p:nvPicPr>
          <p:cNvPr id="16" name="図 15" descr="ダイアグラム&#10;&#10;AI によって生成されたコンテンツは間違っている可能性があります。">
            <a:extLst>
              <a:ext uri="{FF2B5EF4-FFF2-40B4-BE49-F238E27FC236}">
                <a16:creationId xmlns:a16="http://schemas.microsoft.com/office/drawing/2014/main" id="{7F03FD7C-ED35-CF7F-7086-493D00179E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0389" y="2981308"/>
            <a:ext cx="5411442" cy="3855436"/>
          </a:xfrm>
          <a:prstGeom prst="rect">
            <a:avLst/>
          </a:prstGeom>
        </p:spPr>
      </p:pic>
      <p:pic>
        <p:nvPicPr>
          <p:cNvPr id="17" name="図 16" descr="ダイアグラム&#10;&#10;AI によって生成されたコンテンツは間違っている可能性があります。">
            <a:extLst>
              <a:ext uri="{FF2B5EF4-FFF2-40B4-BE49-F238E27FC236}">
                <a16:creationId xmlns:a16="http://schemas.microsoft.com/office/drawing/2014/main" id="{257F3332-843B-9A4D-DB39-CD49EE58F2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2251" y="3167410"/>
            <a:ext cx="4709749" cy="3682167"/>
          </a:xfrm>
          <a:prstGeom prst="rect">
            <a:avLst/>
          </a:prstGeom>
        </p:spPr>
      </p:pic>
      <p:pic>
        <p:nvPicPr>
          <p:cNvPr id="19" name="図 18" descr="グラフ&#10;&#10;AI によって生成されたコンテンツは間違っている可能性があります。">
            <a:extLst>
              <a:ext uri="{FF2B5EF4-FFF2-40B4-BE49-F238E27FC236}">
                <a16:creationId xmlns:a16="http://schemas.microsoft.com/office/drawing/2014/main" id="{40BA9B93-B52E-9FC8-C1F1-9A4CD0DC3A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41018" y="3844545"/>
            <a:ext cx="3220500" cy="2384659"/>
          </a:xfrm>
          <a:prstGeom prst="rect">
            <a:avLst/>
          </a:prstGeom>
        </p:spPr>
      </p:pic>
      <p:sp>
        <p:nvSpPr>
          <p:cNvPr id="22" name="テキスト ボックス 21">
            <a:extLst>
              <a:ext uri="{FF2B5EF4-FFF2-40B4-BE49-F238E27FC236}">
                <a16:creationId xmlns:a16="http://schemas.microsoft.com/office/drawing/2014/main" id="{8F4B5028-F5D9-6B70-CF2C-79A58DDF3B9E}"/>
              </a:ext>
            </a:extLst>
          </p:cNvPr>
          <p:cNvSpPr txBox="1">
            <a:spLocks/>
          </p:cNvSpPr>
          <p:nvPr/>
        </p:nvSpPr>
        <p:spPr>
          <a:xfrm>
            <a:off x="8711384" y="2667311"/>
            <a:ext cx="1980029" cy="523220"/>
          </a:xfrm>
          <a:prstGeom prst="rect">
            <a:avLst/>
          </a:prstGeom>
          <a:noFill/>
        </p:spPr>
        <p:txBody>
          <a:bodyPr wrap="none" rtlCol="0">
            <a:spAutoFit/>
          </a:bodyPr>
          <a:lstStyle/>
          <a:p>
            <a:r>
              <a:rPr kumimoji="1" lang="ja-JP" altLang="en-US" sz="2800" dirty="0">
                <a:solidFill>
                  <a:srgbClr val="C5B9FF"/>
                </a:solidFill>
                <a:latin typeface="ＭＳ ゴシック" panose="020B0609070205080204" pitchFamily="49" charset="-128"/>
                <a:ea typeface="ＭＳ ゴシック" panose="020B0609070205080204" pitchFamily="49" charset="-128"/>
              </a:rPr>
              <a:t>実体配線図</a:t>
            </a:r>
          </a:p>
        </p:txBody>
      </p:sp>
      <p:sp>
        <p:nvSpPr>
          <p:cNvPr id="23" name="テキスト ボックス 22">
            <a:extLst>
              <a:ext uri="{FF2B5EF4-FFF2-40B4-BE49-F238E27FC236}">
                <a16:creationId xmlns:a16="http://schemas.microsoft.com/office/drawing/2014/main" id="{8E98DB21-40B0-6D91-4632-E8C752795CDA}"/>
              </a:ext>
            </a:extLst>
          </p:cNvPr>
          <p:cNvSpPr txBox="1">
            <a:spLocks/>
          </p:cNvSpPr>
          <p:nvPr/>
        </p:nvSpPr>
        <p:spPr>
          <a:xfrm>
            <a:off x="4063262" y="2627928"/>
            <a:ext cx="1261884" cy="523220"/>
          </a:xfrm>
          <a:prstGeom prst="rect">
            <a:avLst/>
          </a:prstGeom>
          <a:noFill/>
        </p:spPr>
        <p:txBody>
          <a:bodyPr wrap="none" rtlCol="0">
            <a:spAutoFit/>
          </a:bodyPr>
          <a:lstStyle/>
          <a:p>
            <a:r>
              <a:rPr kumimoji="1" lang="ja-JP" altLang="en-US" sz="2800" dirty="0">
                <a:solidFill>
                  <a:srgbClr val="C5B9FF"/>
                </a:solidFill>
                <a:latin typeface="ＭＳ ゴシック" panose="020B0609070205080204" pitchFamily="49" charset="-128"/>
                <a:ea typeface="ＭＳ ゴシック" panose="020B0609070205080204" pitchFamily="49" charset="-128"/>
              </a:rPr>
              <a:t>回路図</a:t>
            </a:r>
          </a:p>
        </p:txBody>
      </p:sp>
    </p:spTree>
    <p:extLst>
      <p:ext uri="{BB962C8B-B14F-4D97-AF65-F5344CB8AC3E}">
        <p14:creationId xmlns:p14="http://schemas.microsoft.com/office/powerpoint/2010/main" val="1885487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5000">
        <p159:morph option="byObject"/>
      </p:transition>
    </mc:Choice>
    <mc:Fallback xmlns="">
      <p:transition spd="slow" advTm="15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3027013F-7E8F-500F-A59D-2163CC43842C}"/>
              </a:ext>
            </a:extLst>
          </p:cNvPr>
          <p:cNvSpPr/>
          <p:nvPr/>
        </p:nvSpPr>
        <p:spPr>
          <a:xfrm>
            <a:off x="0" y="8423"/>
            <a:ext cx="12192000" cy="6849577"/>
          </a:xfrm>
          <a:prstGeom prst="rect">
            <a:avLst/>
          </a:prstGeom>
          <a:pattFill prst="dkUpDiag">
            <a:fgClr>
              <a:schemeClr val="bg2">
                <a:lumMod val="90000"/>
              </a:schemeClr>
            </a:fgClr>
            <a:bgClr>
              <a:schemeClr val="bg2">
                <a:lumMod val="25000"/>
              </a:schemeClr>
            </a:bgClr>
          </a:pattFill>
          <a:ln>
            <a:solidFill>
              <a:schemeClr val="accent1">
                <a:shade val="15000"/>
              </a:schemeClr>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546F116D-D10C-5EA0-897A-F762B50BE2A0}"/>
              </a:ext>
            </a:extLst>
          </p:cNvPr>
          <p:cNvSpPr/>
          <p:nvPr/>
        </p:nvSpPr>
        <p:spPr>
          <a:xfrm>
            <a:off x="0" y="4212"/>
            <a:ext cx="12192000" cy="6849576"/>
          </a:xfrm>
          <a:prstGeom prst="rect">
            <a:avLst/>
          </a:prstGeom>
          <a:solidFill>
            <a:schemeClr val="tx1">
              <a:lumMod val="85000"/>
              <a:lumOff val="15000"/>
              <a:alpha val="45000"/>
            </a:schemeClr>
          </a:solidFill>
          <a:ln>
            <a:solidFill>
              <a:schemeClr val="accent1">
                <a:shade val="15000"/>
                <a:alpha val="9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図 4" descr="金属, 回路, 記号, ストリート が含まれている画像&#10;&#10;AI によって生成されたコンテンツは間違っている可能性があります。">
            <a:extLst>
              <a:ext uri="{FF2B5EF4-FFF2-40B4-BE49-F238E27FC236}">
                <a16:creationId xmlns:a16="http://schemas.microsoft.com/office/drawing/2014/main" id="{9CBCE6B0-0C9E-CEAB-A52E-789492AF584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bright="20000" contrast="10000"/>
                    </a14:imgEffect>
                  </a14:imgLayer>
                </a14:imgProps>
              </a:ext>
              <a:ext uri="{28A0092B-C50C-407E-A947-70E740481C1C}">
                <a14:useLocalDpi xmlns:a14="http://schemas.microsoft.com/office/drawing/2010/main" val="0"/>
              </a:ext>
            </a:extLst>
          </a:blip>
          <a:srcRect t="10919"/>
          <a:stretch/>
        </p:blipFill>
        <p:spPr>
          <a:xfrm>
            <a:off x="2226386" y="3305175"/>
            <a:ext cx="4754524" cy="3457444"/>
          </a:xfrm>
          <a:prstGeom prst="rect">
            <a:avLst/>
          </a:prstGeom>
          <a:scene3d>
            <a:camera prst="orthographicFront">
              <a:rot lat="0" lon="10800000" rev="0"/>
            </a:camera>
            <a:lightRig rig="threePt" dir="t">
              <a:rot lat="0" lon="0" rev="0"/>
            </a:lightRig>
          </a:scene3d>
          <a:sp3d prstMaterial="matte"/>
        </p:spPr>
      </p:pic>
      <p:sp>
        <p:nvSpPr>
          <p:cNvPr id="4" name="直角三角形 3">
            <a:extLst>
              <a:ext uri="{FF2B5EF4-FFF2-40B4-BE49-F238E27FC236}">
                <a16:creationId xmlns:a16="http://schemas.microsoft.com/office/drawing/2014/main" id="{4CA1CB6D-F292-BAC6-BEB2-C47EFF3E7310}"/>
              </a:ext>
            </a:extLst>
          </p:cNvPr>
          <p:cNvSpPr>
            <a:spLocks/>
          </p:cNvSpPr>
          <p:nvPr/>
        </p:nvSpPr>
        <p:spPr>
          <a:xfrm rot="5400000">
            <a:off x="-1573333" y="-1664744"/>
            <a:ext cx="6858000" cy="10204333"/>
          </a:xfrm>
          <a:prstGeom prst="rtTriangle">
            <a:avLst/>
          </a:prstGeom>
          <a:solidFill>
            <a:srgbClr val="FFA700"/>
          </a:solidFill>
          <a:ln>
            <a:solidFill>
              <a:srgbClr val="FFA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直角三角形 10">
            <a:extLst>
              <a:ext uri="{FF2B5EF4-FFF2-40B4-BE49-F238E27FC236}">
                <a16:creationId xmlns:a16="http://schemas.microsoft.com/office/drawing/2014/main" id="{CA60E49C-80A0-4644-ED7D-3BAA784F54FA}"/>
              </a:ext>
            </a:extLst>
          </p:cNvPr>
          <p:cNvSpPr>
            <a:spLocks/>
          </p:cNvSpPr>
          <p:nvPr/>
        </p:nvSpPr>
        <p:spPr>
          <a:xfrm rot="16200000">
            <a:off x="-14564614" y="-1896485"/>
            <a:ext cx="9658347" cy="7833777"/>
          </a:xfrm>
          <a:prstGeom prst="rtTriangle">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dirty="0"/>
          </a:p>
        </p:txBody>
      </p:sp>
      <p:sp>
        <p:nvSpPr>
          <p:cNvPr id="18" name="斜め縞 17">
            <a:extLst>
              <a:ext uri="{FF2B5EF4-FFF2-40B4-BE49-F238E27FC236}">
                <a16:creationId xmlns:a16="http://schemas.microsoft.com/office/drawing/2014/main" id="{9E671865-A0E2-61E1-39F6-FACA901E6FA7}"/>
              </a:ext>
            </a:extLst>
          </p:cNvPr>
          <p:cNvSpPr>
            <a:spLocks/>
          </p:cNvSpPr>
          <p:nvPr/>
        </p:nvSpPr>
        <p:spPr>
          <a:xfrm rot="16200000">
            <a:off x="-4432743" y="3495900"/>
            <a:ext cx="3265458" cy="3475588"/>
          </a:xfrm>
          <a:prstGeom prst="diagStripe">
            <a:avLst>
              <a:gd name="adj" fmla="val 69192"/>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24" name="テキスト ボックス 1623">
            <a:extLst>
              <a:ext uri="{FF2B5EF4-FFF2-40B4-BE49-F238E27FC236}">
                <a16:creationId xmlns:a16="http://schemas.microsoft.com/office/drawing/2014/main" id="{F29FC465-0430-FE81-E10A-A39A28EA74DA}"/>
              </a:ext>
            </a:extLst>
          </p:cNvPr>
          <p:cNvSpPr txBox="1"/>
          <p:nvPr/>
        </p:nvSpPr>
        <p:spPr>
          <a:xfrm>
            <a:off x="104775" y="407364"/>
            <a:ext cx="5314275"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電子回路組み立て部門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grpSp>
        <p:nvGrpSpPr>
          <p:cNvPr id="1845" name="グループ化 1844">
            <a:extLst>
              <a:ext uri="{FF2B5EF4-FFF2-40B4-BE49-F238E27FC236}">
                <a16:creationId xmlns:a16="http://schemas.microsoft.com/office/drawing/2014/main" id="{8DCA2087-91DB-CC5C-4227-CEEB042CF482}"/>
              </a:ext>
            </a:extLst>
          </p:cNvPr>
          <p:cNvGrpSpPr/>
          <p:nvPr/>
        </p:nvGrpSpPr>
        <p:grpSpPr>
          <a:xfrm>
            <a:off x="0" y="1044022"/>
            <a:ext cx="2285451" cy="2651123"/>
            <a:chOff x="1608047" y="1675845"/>
            <a:chExt cx="2285451" cy="2651123"/>
          </a:xfrm>
        </p:grpSpPr>
        <p:sp>
          <p:nvSpPr>
            <p:cNvPr id="1734" name="六角形 1733">
              <a:extLst>
                <a:ext uri="{FF2B5EF4-FFF2-40B4-BE49-F238E27FC236}">
                  <a16:creationId xmlns:a16="http://schemas.microsoft.com/office/drawing/2014/main" id="{2AC04455-52D7-8260-89EB-61F0ED29C1B0}"/>
                </a:ext>
              </a:extLst>
            </p:cNvPr>
            <p:cNvSpPr>
              <a:spLocks noChangeAspect="1"/>
            </p:cNvSpPr>
            <p:nvPr/>
          </p:nvSpPr>
          <p:spPr>
            <a:xfrm rot="5400000">
              <a:off x="1425211" y="1858681"/>
              <a:ext cx="2651123" cy="2285451"/>
            </a:xfrm>
            <a:prstGeom prst="hexagon">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844" name="グループ化 1843">
              <a:extLst>
                <a:ext uri="{FF2B5EF4-FFF2-40B4-BE49-F238E27FC236}">
                  <a16:creationId xmlns:a16="http://schemas.microsoft.com/office/drawing/2014/main" id="{548725F9-4175-D964-8A3F-1674B4077583}"/>
                </a:ext>
              </a:extLst>
            </p:cNvPr>
            <p:cNvGrpSpPr/>
            <p:nvPr/>
          </p:nvGrpSpPr>
          <p:grpSpPr>
            <a:xfrm>
              <a:off x="2023713" y="2268207"/>
              <a:ext cx="1454118" cy="1454118"/>
              <a:chOff x="2047047" y="2274347"/>
              <a:chExt cx="1454118" cy="1454118"/>
            </a:xfrm>
          </p:grpSpPr>
          <p:grpSp>
            <p:nvGrpSpPr>
              <p:cNvPr id="1842" name="グループ化 1841">
                <a:extLst>
                  <a:ext uri="{FF2B5EF4-FFF2-40B4-BE49-F238E27FC236}">
                    <a16:creationId xmlns:a16="http://schemas.microsoft.com/office/drawing/2014/main" id="{A3E91BED-5A74-1AD4-7E8A-8719780A41D8}"/>
                  </a:ext>
                </a:extLst>
              </p:cNvPr>
              <p:cNvGrpSpPr/>
              <p:nvPr/>
            </p:nvGrpSpPr>
            <p:grpSpPr>
              <a:xfrm>
                <a:off x="2047047" y="2274347"/>
                <a:ext cx="1454118" cy="1454118"/>
                <a:chOff x="2047047" y="2274347"/>
                <a:chExt cx="1454118" cy="1454118"/>
              </a:xfrm>
            </p:grpSpPr>
            <p:sp>
              <p:nvSpPr>
                <p:cNvPr id="1763" name="四角形: 角を丸くする 1762">
                  <a:extLst>
                    <a:ext uri="{FF2B5EF4-FFF2-40B4-BE49-F238E27FC236}">
                      <a16:creationId xmlns:a16="http://schemas.microsoft.com/office/drawing/2014/main" id="{367649CB-AA28-8DB4-0C1C-B9912F63FB07}"/>
                    </a:ext>
                  </a:extLst>
                </p:cNvPr>
                <p:cNvSpPr/>
                <p:nvPr/>
              </p:nvSpPr>
              <p:spPr>
                <a:xfrm>
                  <a:off x="2203555" y="2412146"/>
                  <a:ext cx="1132834" cy="11785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70" name="グループ化 1769">
                  <a:extLst>
                    <a:ext uri="{FF2B5EF4-FFF2-40B4-BE49-F238E27FC236}">
                      <a16:creationId xmlns:a16="http://schemas.microsoft.com/office/drawing/2014/main" id="{7753584C-906C-C3F7-F2A7-EBD870AA0B63}"/>
                    </a:ext>
                  </a:extLst>
                </p:cNvPr>
                <p:cNvGrpSpPr/>
                <p:nvPr/>
              </p:nvGrpSpPr>
              <p:grpSpPr>
                <a:xfrm>
                  <a:off x="2047047" y="2596827"/>
                  <a:ext cx="1454118" cy="800359"/>
                  <a:chOff x="2035854" y="2612701"/>
                  <a:chExt cx="1454118" cy="800359"/>
                </a:xfrm>
              </p:grpSpPr>
              <p:sp>
                <p:nvSpPr>
                  <p:cNvPr id="1764" name="四角形: 角を丸くする 1763">
                    <a:extLst>
                      <a:ext uri="{FF2B5EF4-FFF2-40B4-BE49-F238E27FC236}">
                        <a16:creationId xmlns:a16="http://schemas.microsoft.com/office/drawing/2014/main" id="{7D402C74-69DD-0C2E-828B-D70764657F06}"/>
                      </a:ext>
                    </a:extLst>
                  </p:cNvPr>
                  <p:cNvSpPr/>
                  <p:nvPr/>
                </p:nvSpPr>
                <p:spPr>
                  <a:xfrm>
                    <a:off x="2035854" y="2612701"/>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67" name="四角形: 角を丸くする 1766">
                    <a:extLst>
                      <a:ext uri="{FF2B5EF4-FFF2-40B4-BE49-F238E27FC236}">
                        <a16:creationId xmlns:a16="http://schemas.microsoft.com/office/drawing/2014/main" id="{8FD7676A-DD2D-3622-321A-9F436151642C}"/>
                      </a:ext>
                    </a:extLst>
                  </p:cNvPr>
                  <p:cNvSpPr/>
                  <p:nvPr/>
                </p:nvSpPr>
                <p:spPr>
                  <a:xfrm>
                    <a:off x="2049972" y="3341060"/>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71" name="グループ化 1770">
                  <a:extLst>
                    <a:ext uri="{FF2B5EF4-FFF2-40B4-BE49-F238E27FC236}">
                      <a16:creationId xmlns:a16="http://schemas.microsoft.com/office/drawing/2014/main" id="{F7BDEC0A-235E-B37B-8241-098BB90604C0}"/>
                    </a:ext>
                  </a:extLst>
                </p:cNvPr>
                <p:cNvGrpSpPr/>
                <p:nvPr/>
              </p:nvGrpSpPr>
              <p:grpSpPr>
                <a:xfrm rot="5400000">
                  <a:off x="2039987" y="2601226"/>
                  <a:ext cx="1454118" cy="800359"/>
                  <a:chOff x="2035854" y="2612701"/>
                  <a:chExt cx="1454118" cy="800359"/>
                </a:xfrm>
              </p:grpSpPr>
              <p:sp>
                <p:nvSpPr>
                  <p:cNvPr id="1772" name="四角形: 角を丸くする 1771">
                    <a:extLst>
                      <a:ext uri="{FF2B5EF4-FFF2-40B4-BE49-F238E27FC236}">
                        <a16:creationId xmlns:a16="http://schemas.microsoft.com/office/drawing/2014/main" id="{69B9D0E2-745D-5F58-C48B-740056AA392D}"/>
                      </a:ext>
                    </a:extLst>
                  </p:cNvPr>
                  <p:cNvSpPr/>
                  <p:nvPr/>
                </p:nvSpPr>
                <p:spPr>
                  <a:xfrm>
                    <a:off x="2035854" y="2612701"/>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73" name="四角形: 角を丸くする 1772">
                    <a:extLst>
                      <a:ext uri="{FF2B5EF4-FFF2-40B4-BE49-F238E27FC236}">
                        <a16:creationId xmlns:a16="http://schemas.microsoft.com/office/drawing/2014/main" id="{526318A8-845B-054A-6CA8-A623E29FEF39}"/>
                      </a:ext>
                    </a:extLst>
                  </p:cNvPr>
                  <p:cNvSpPr/>
                  <p:nvPr/>
                </p:nvSpPr>
                <p:spPr>
                  <a:xfrm>
                    <a:off x="2049972" y="3341060"/>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1843" name="グループ化 1842">
                <a:extLst>
                  <a:ext uri="{FF2B5EF4-FFF2-40B4-BE49-F238E27FC236}">
                    <a16:creationId xmlns:a16="http://schemas.microsoft.com/office/drawing/2014/main" id="{02DFE0D2-67FA-F174-0B47-5062218D7829}"/>
                  </a:ext>
                </a:extLst>
              </p:cNvPr>
              <p:cNvGrpSpPr/>
              <p:nvPr/>
            </p:nvGrpSpPr>
            <p:grpSpPr>
              <a:xfrm>
                <a:off x="2252503" y="2459958"/>
                <a:ext cx="1040320" cy="1113762"/>
                <a:chOff x="2252503" y="2459958"/>
                <a:chExt cx="1040320" cy="1113762"/>
              </a:xfrm>
            </p:grpSpPr>
            <p:grpSp>
              <p:nvGrpSpPr>
                <p:cNvPr id="1840" name="グループ化 1839">
                  <a:extLst>
                    <a:ext uri="{FF2B5EF4-FFF2-40B4-BE49-F238E27FC236}">
                      <a16:creationId xmlns:a16="http://schemas.microsoft.com/office/drawing/2014/main" id="{AFFD1CBD-4161-8EAF-89D4-4DF9DBA5B63C}"/>
                    </a:ext>
                  </a:extLst>
                </p:cNvPr>
                <p:cNvGrpSpPr/>
                <p:nvPr/>
              </p:nvGrpSpPr>
              <p:grpSpPr>
                <a:xfrm>
                  <a:off x="2379937" y="2469409"/>
                  <a:ext cx="222128" cy="383075"/>
                  <a:chOff x="2379937" y="2469409"/>
                  <a:chExt cx="222128" cy="383075"/>
                </a:xfrm>
              </p:grpSpPr>
              <p:cxnSp>
                <p:nvCxnSpPr>
                  <p:cNvPr id="1775" name="コネクタ: カギ線 1774">
                    <a:extLst>
                      <a:ext uri="{FF2B5EF4-FFF2-40B4-BE49-F238E27FC236}">
                        <a16:creationId xmlns:a16="http://schemas.microsoft.com/office/drawing/2014/main" id="{E261C1D4-ED5E-23C6-38C0-48C4CE17497F}"/>
                      </a:ext>
                    </a:extLst>
                  </p:cNvPr>
                  <p:cNvCxnSpPr>
                    <a:cxnSpLocks/>
                  </p:cNvCxnSpPr>
                  <p:nvPr/>
                </p:nvCxnSpPr>
                <p:spPr>
                  <a:xfrm rot="16200000" flipH="1">
                    <a:off x="2309204" y="2574350"/>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798" name="楕円 1797">
                    <a:extLst>
                      <a:ext uri="{FF2B5EF4-FFF2-40B4-BE49-F238E27FC236}">
                        <a16:creationId xmlns:a16="http://schemas.microsoft.com/office/drawing/2014/main" id="{701BC3F0-9E16-8F15-366B-BD8C0FFF8C08}"/>
                      </a:ext>
                    </a:extLst>
                  </p:cNvPr>
                  <p:cNvSpPr>
                    <a:spLocks noChangeAspect="1"/>
                  </p:cNvSpPr>
                  <p:nvPr/>
                </p:nvSpPr>
                <p:spPr>
                  <a:xfrm>
                    <a:off x="2379937" y="246940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99" name="楕円 1798">
                    <a:extLst>
                      <a:ext uri="{FF2B5EF4-FFF2-40B4-BE49-F238E27FC236}">
                        <a16:creationId xmlns:a16="http://schemas.microsoft.com/office/drawing/2014/main" id="{F8A908D3-2C34-7501-520A-30A2122700EC}"/>
                      </a:ext>
                    </a:extLst>
                  </p:cNvPr>
                  <p:cNvSpPr>
                    <a:spLocks noChangeAspect="1"/>
                  </p:cNvSpPr>
                  <p:nvPr/>
                </p:nvSpPr>
                <p:spPr>
                  <a:xfrm>
                    <a:off x="2566065" y="281648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9" name="グループ化 1838">
                  <a:extLst>
                    <a:ext uri="{FF2B5EF4-FFF2-40B4-BE49-F238E27FC236}">
                      <a16:creationId xmlns:a16="http://schemas.microsoft.com/office/drawing/2014/main" id="{F5B61C9C-3349-FF93-35D4-838102B2688E}"/>
                    </a:ext>
                  </a:extLst>
                </p:cNvPr>
                <p:cNvGrpSpPr/>
                <p:nvPr/>
              </p:nvGrpSpPr>
              <p:grpSpPr>
                <a:xfrm>
                  <a:off x="2321591" y="2723872"/>
                  <a:ext cx="216104" cy="387559"/>
                  <a:chOff x="2321591" y="2723872"/>
                  <a:chExt cx="216104" cy="387559"/>
                </a:xfrm>
              </p:grpSpPr>
              <p:cxnSp>
                <p:nvCxnSpPr>
                  <p:cNvPr id="1786" name="コネクタ: カギ線 1785">
                    <a:extLst>
                      <a:ext uri="{FF2B5EF4-FFF2-40B4-BE49-F238E27FC236}">
                        <a16:creationId xmlns:a16="http://schemas.microsoft.com/office/drawing/2014/main" id="{31E185B4-F462-5BB1-7643-301CC664A20D}"/>
                      </a:ext>
                    </a:extLst>
                  </p:cNvPr>
                  <p:cNvCxnSpPr>
                    <a:cxnSpLocks/>
                  </p:cNvCxnSpPr>
                  <p:nvPr/>
                </p:nvCxnSpPr>
                <p:spPr>
                  <a:xfrm rot="5400000">
                    <a:off x="2248970" y="282828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0" name="楕円 1799">
                    <a:extLst>
                      <a:ext uri="{FF2B5EF4-FFF2-40B4-BE49-F238E27FC236}">
                        <a16:creationId xmlns:a16="http://schemas.microsoft.com/office/drawing/2014/main" id="{29EF5498-925C-1750-8472-4650C7C43399}"/>
                      </a:ext>
                    </a:extLst>
                  </p:cNvPr>
                  <p:cNvSpPr>
                    <a:spLocks noChangeAspect="1"/>
                  </p:cNvSpPr>
                  <p:nvPr/>
                </p:nvSpPr>
                <p:spPr>
                  <a:xfrm>
                    <a:off x="2501695" y="27238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1" name="楕円 1800">
                    <a:extLst>
                      <a:ext uri="{FF2B5EF4-FFF2-40B4-BE49-F238E27FC236}">
                        <a16:creationId xmlns:a16="http://schemas.microsoft.com/office/drawing/2014/main" id="{7882C51D-1C38-9D21-9E82-307C3CDCE831}"/>
                      </a:ext>
                    </a:extLst>
                  </p:cNvPr>
                  <p:cNvSpPr>
                    <a:spLocks noChangeAspect="1"/>
                  </p:cNvSpPr>
                  <p:nvPr/>
                </p:nvSpPr>
                <p:spPr>
                  <a:xfrm>
                    <a:off x="2321591" y="3075431"/>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41" name="グループ化 1840">
                  <a:extLst>
                    <a:ext uri="{FF2B5EF4-FFF2-40B4-BE49-F238E27FC236}">
                      <a16:creationId xmlns:a16="http://schemas.microsoft.com/office/drawing/2014/main" id="{14EA1111-5078-8A84-9AAB-D8AF7F527348}"/>
                    </a:ext>
                  </a:extLst>
                </p:cNvPr>
                <p:cNvGrpSpPr/>
                <p:nvPr/>
              </p:nvGrpSpPr>
              <p:grpSpPr>
                <a:xfrm>
                  <a:off x="2434856" y="2800275"/>
                  <a:ext cx="381550" cy="214731"/>
                  <a:chOff x="2434856" y="2800275"/>
                  <a:chExt cx="381550" cy="214731"/>
                </a:xfrm>
              </p:grpSpPr>
              <p:cxnSp>
                <p:nvCxnSpPr>
                  <p:cNvPr id="1779" name="コネクタ: カギ線 1778">
                    <a:extLst>
                      <a:ext uri="{FF2B5EF4-FFF2-40B4-BE49-F238E27FC236}">
                        <a16:creationId xmlns:a16="http://schemas.microsoft.com/office/drawing/2014/main" id="{BCED0046-F3B0-B9F0-2824-21BA89B9ACDF}"/>
                      </a:ext>
                    </a:extLst>
                  </p:cNvPr>
                  <p:cNvCxnSpPr>
                    <a:cxnSpLocks/>
                  </p:cNvCxnSpPr>
                  <p:nvPr/>
                </p:nvCxnSpPr>
                <p:spPr>
                  <a:xfrm flipH="1">
                    <a:off x="2447615" y="281745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2" name="楕円 1801">
                    <a:extLst>
                      <a:ext uri="{FF2B5EF4-FFF2-40B4-BE49-F238E27FC236}">
                        <a16:creationId xmlns:a16="http://schemas.microsoft.com/office/drawing/2014/main" id="{A65AEB9D-EDC8-3148-87F3-694613F3B5BB}"/>
                      </a:ext>
                    </a:extLst>
                  </p:cNvPr>
                  <p:cNvSpPr>
                    <a:spLocks noChangeAspect="1"/>
                  </p:cNvSpPr>
                  <p:nvPr/>
                </p:nvSpPr>
                <p:spPr>
                  <a:xfrm>
                    <a:off x="2780406" y="280027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4" name="楕円 1803">
                    <a:extLst>
                      <a:ext uri="{FF2B5EF4-FFF2-40B4-BE49-F238E27FC236}">
                        <a16:creationId xmlns:a16="http://schemas.microsoft.com/office/drawing/2014/main" id="{A0C756F1-EA7B-73CD-6755-53410FD11CCF}"/>
                      </a:ext>
                    </a:extLst>
                  </p:cNvPr>
                  <p:cNvSpPr>
                    <a:spLocks noChangeAspect="1"/>
                  </p:cNvSpPr>
                  <p:nvPr/>
                </p:nvSpPr>
                <p:spPr>
                  <a:xfrm>
                    <a:off x="2434856" y="2979006"/>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2" name="グループ化 1831">
                  <a:extLst>
                    <a:ext uri="{FF2B5EF4-FFF2-40B4-BE49-F238E27FC236}">
                      <a16:creationId xmlns:a16="http://schemas.microsoft.com/office/drawing/2014/main" id="{E7DE0998-3937-CCFA-78CE-AA066A1D0390}"/>
                    </a:ext>
                  </a:extLst>
                </p:cNvPr>
                <p:cNvGrpSpPr/>
                <p:nvPr/>
              </p:nvGrpSpPr>
              <p:grpSpPr>
                <a:xfrm>
                  <a:off x="2266453" y="3038520"/>
                  <a:ext cx="386317" cy="211710"/>
                  <a:chOff x="2266453" y="3038520"/>
                  <a:chExt cx="386317" cy="211710"/>
                </a:xfrm>
              </p:grpSpPr>
              <p:cxnSp>
                <p:nvCxnSpPr>
                  <p:cNvPr id="1784" name="コネクタ: カギ線 1783">
                    <a:extLst>
                      <a:ext uri="{FF2B5EF4-FFF2-40B4-BE49-F238E27FC236}">
                        <a16:creationId xmlns:a16="http://schemas.microsoft.com/office/drawing/2014/main" id="{744CAB52-74BA-EC77-4D92-C3914D45D07F}"/>
                      </a:ext>
                    </a:extLst>
                  </p:cNvPr>
                  <p:cNvCxnSpPr>
                    <a:cxnSpLocks/>
                  </p:cNvCxnSpPr>
                  <p:nvPr/>
                </p:nvCxnSpPr>
                <p:spPr>
                  <a:xfrm flipH="1">
                    <a:off x="2275007" y="305608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5" name="楕円 1804">
                    <a:extLst>
                      <a:ext uri="{FF2B5EF4-FFF2-40B4-BE49-F238E27FC236}">
                        <a16:creationId xmlns:a16="http://schemas.microsoft.com/office/drawing/2014/main" id="{4EB0EBFA-44AB-B2A9-235F-4B7436B6217D}"/>
                      </a:ext>
                    </a:extLst>
                  </p:cNvPr>
                  <p:cNvSpPr>
                    <a:spLocks noChangeAspect="1"/>
                  </p:cNvSpPr>
                  <p:nvPr/>
                </p:nvSpPr>
                <p:spPr>
                  <a:xfrm>
                    <a:off x="2616770" y="303852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6" name="楕円 1805">
                    <a:extLst>
                      <a:ext uri="{FF2B5EF4-FFF2-40B4-BE49-F238E27FC236}">
                        <a16:creationId xmlns:a16="http://schemas.microsoft.com/office/drawing/2014/main" id="{7E953EAE-65C8-EA21-38F3-00CBEBC54EEA}"/>
                      </a:ext>
                    </a:extLst>
                  </p:cNvPr>
                  <p:cNvSpPr>
                    <a:spLocks noChangeAspect="1"/>
                  </p:cNvSpPr>
                  <p:nvPr/>
                </p:nvSpPr>
                <p:spPr>
                  <a:xfrm>
                    <a:off x="2266453" y="321423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3" name="グループ化 1832">
                  <a:extLst>
                    <a:ext uri="{FF2B5EF4-FFF2-40B4-BE49-F238E27FC236}">
                      <a16:creationId xmlns:a16="http://schemas.microsoft.com/office/drawing/2014/main" id="{36320280-A693-4E5C-BDB6-07B95B7A9BB0}"/>
                    </a:ext>
                  </a:extLst>
                </p:cNvPr>
                <p:cNvGrpSpPr/>
                <p:nvPr/>
              </p:nvGrpSpPr>
              <p:grpSpPr>
                <a:xfrm>
                  <a:off x="2484438" y="2951203"/>
                  <a:ext cx="394651" cy="213342"/>
                  <a:chOff x="2484438" y="2951203"/>
                  <a:chExt cx="394651" cy="213342"/>
                </a:xfrm>
              </p:grpSpPr>
              <p:cxnSp>
                <p:nvCxnSpPr>
                  <p:cNvPr id="1788" name="コネクタ: カギ線 1787">
                    <a:extLst>
                      <a:ext uri="{FF2B5EF4-FFF2-40B4-BE49-F238E27FC236}">
                        <a16:creationId xmlns:a16="http://schemas.microsoft.com/office/drawing/2014/main" id="{72D31036-D1E1-61C8-5E86-03EDBCD23F08}"/>
                      </a:ext>
                    </a:extLst>
                  </p:cNvPr>
                  <p:cNvCxnSpPr>
                    <a:cxnSpLocks/>
                  </p:cNvCxnSpPr>
                  <p:nvPr/>
                </p:nvCxnSpPr>
                <p:spPr>
                  <a:xfrm flipH="1">
                    <a:off x="2500684" y="2965114"/>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9" name="楕円 1808">
                    <a:extLst>
                      <a:ext uri="{FF2B5EF4-FFF2-40B4-BE49-F238E27FC236}">
                        <a16:creationId xmlns:a16="http://schemas.microsoft.com/office/drawing/2014/main" id="{02223AB8-99A7-6273-3B06-08F5ED625E25}"/>
                      </a:ext>
                    </a:extLst>
                  </p:cNvPr>
                  <p:cNvSpPr>
                    <a:spLocks noChangeAspect="1"/>
                  </p:cNvSpPr>
                  <p:nvPr/>
                </p:nvSpPr>
                <p:spPr>
                  <a:xfrm>
                    <a:off x="2484438" y="312854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0" name="楕円 1809">
                    <a:extLst>
                      <a:ext uri="{FF2B5EF4-FFF2-40B4-BE49-F238E27FC236}">
                        <a16:creationId xmlns:a16="http://schemas.microsoft.com/office/drawing/2014/main" id="{5DC82022-EFCB-17A1-5B6A-26AC0AA99589}"/>
                      </a:ext>
                    </a:extLst>
                  </p:cNvPr>
                  <p:cNvSpPr>
                    <a:spLocks noChangeAspect="1"/>
                  </p:cNvSpPr>
                  <p:nvPr/>
                </p:nvSpPr>
                <p:spPr>
                  <a:xfrm>
                    <a:off x="2843089" y="2951203"/>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4" name="グループ化 1833">
                  <a:extLst>
                    <a:ext uri="{FF2B5EF4-FFF2-40B4-BE49-F238E27FC236}">
                      <a16:creationId xmlns:a16="http://schemas.microsoft.com/office/drawing/2014/main" id="{0B4AB572-D920-2914-371A-31BE6B04C708}"/>
                    </a:ext>
                  </a:extLst>
                </p:cNvPr>
                <p:cNvGrpSpPr/>
                <p:nvPr/>
              </p:nvGrpSpPr>
              <p:grpSpPr>
                <a:xfrm>
                  <a:off x="2717949" y="3006457"/>
                  <a:ext cx="386163" cy="217860"/>
                  <a:chOff x="2717949" y="3006457"/>
                  <a:chExt cx="386163" cy="217860"/>
                </a:xfrm>
              </p:grpSpPr>
              <p:cxnSp>
                <p:nvCxnSpPr>
                  <p:cNvPr id="1790" name="コネクタ: カギ線 1789">
                    <a:extLst>
                      <a:ext uri="{FF2B5EF4-FFF2-40B4-BE49-F238E27FC236}">
                        <a16:creationId xmlns:a16="http://schemas.microsoft.com/office/drawing/2014/main" id="{C67E2F90-3F68-78C7-73B8-7013E144F931}"/>
                      </a:ext>
                    </a:extLst>
                  </p:cNvPr>
                  <p:cNvCxnSpPr>
                    <a:cxnSpLocks/>
                  </p:cNvCxnSpPr>
                  <p:nvPr/>
                </p:nvCxnSpPr>
                <p:spPr>
                  <a:xfrm>
                    <a:off x="2729870" y="302497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1" name="楕円 1810">
                    <a:extLst>
                      <a:ext uri="{FF2B5EF4-FFF2-40B4-BE49-F238E27FC236}">
                        <a16:creationId xmlns:a16="http://schemas.microsoft.com/office/drawing/2014/main" id="{AE69FFB0-AE66-B181-D34D-9DC9F424BF4A}"/>
                      </a:ext>
                    </a:extLst>
                  </p:cNvPr>
                  <p:cNvSpPr>
                    <a:spLocks noChangeAspect="1"/>
                  </p:cNvSpPr>
                  <p:nvPr/>
                </p:nvSpPr>
                <p:spPr>
                  <a:xfrm>
                    <a:off x="2717949" y="300645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2" name="楕円 1811">
                    <a:extLst>
                      <a:ext uri="{FF2B5EF4-FFF2-40B4-BE49-F238E27FC236}">
                        <a16:creationId xmlns:a16="http://schemas.microsoft.com/office/drawing/2014/main" id="{D5250840-CBD5-569B-9B8E-45FDAFCA88DE}"/>
                      </a:ext>
                    </a:extLst>
                  </p:cNvPr>
                  <p:cNvSpPr>
                    <a:spLocks noChangeAspect="1"/>
                  </p:cNvSpPr>
                  <p:nvPr/>
                </p:nvSpPr>
                <p:spPr>
                  <a:xfrm>
                    <a:off x="3068112" y="318831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7" name="グループ化 1836">
                  <a:extLst>
                    <a:ext uri="{FF2B5EF4-FFF2-40B4-BE49-F238E27FC236}">
                      <a16:creationId xmlns:a16="http://schemas.microsoft.com/office/drawing/2014/main" id="{BC28204E-4E96-021B-EADF-3DD55656F0E3}"/>
                    </a:ext>
                  </a:extLst>
                </p:cNvPr>
                <p:cNvGrpSpPr/>
                <p:nvPr/>
              </p:nvGrpSpPr>
              <p:grpSpPr>
                <a:xfrm>
                  <a:off x="2918955" y="2459958"/>
                  <a:ext cx="214616" cy="381429"/>
                  <a:chOff x="2918955" y="2459958"/>
                  <a:chExt cx="214616" cy="381429"/>
                </a:xfrm>
              </p:grpSpPr>
              <p:cxnSp>
                <p:nvCxnSpPr>
                  <p:cNvPr id="1797" name="コネクタ: カギ線 1796">
                    <a:extLst>
                      <a:ext uri="{FF2B5EF4-FFF2-40B4-BE49-F238E27FC236}">
                        <a16:creationId xmlns:a16="http://schemas.microsoft.com/office/drawing/2014/main" id="{A03FFB0A-CCBA-00F4-BE69-EAE3BE40298A}"/>
                      </a:ext>
                    </a:extLst>
                  </p:cNvPr>
                  <p:cNvCxnSpPr>
                    <a:cxnSpLocks/>
                  </p:cNvCxnSpPr>
                  <p:nvPr/>
                </p:nvCxnSpPr>
                <p:spPr>
                  <a:xfrm rot="5400000">
                    <a:off x="2846327" y="2561865"/>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5" name="楕円 1814">
                    <a:extLst>
                      <a:ext uri="{FF2B5EF4-FFF2-40B4-BE49-F238E27FC236}">
                        <a16:creationId xmlns:a16="http://schemas.microsoft.com/office/drawing/2014/main" id="{EC757482-6744-24D6-C71A-9BE1D78218A6}"/>
                      </a:ext>
                    </a:extLst>
                  </p:cNvPr>
                  <p:cNvSpPr>
                    <a:spLocks noChangeAspect="1"/>
                  </p:cNvSpPr>
                  <p:nvPr/>
                </p:nvSpPr>
                <p:spPr>
                  <a:xfrm>
                    <a:off x="2918955" y="280538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6" name="楕円 1815">
                    <a:extLst>
                      <a:ext uri="{FF2B5EF4-FFF2-40B4-BE49-F238E27FC236}">
                        <a16:creationId xmlns:a16="http://schemas.microsoft.com/office/drawing/2014/main" id="{8A1333F5-C7AA-6FE8-94A3-7ADD570C1FB4}"/>
                      </a:ext>
                    </a:extLst>
                  </p:cNvPr>
                  <p:cNvSpPr>
                    <a:spLocks noChangeAspect="1"/>
                  </p:cNvSpPr>
                  <p:nvPr/>
                </p:nvSpPr>
                <p:spPr>
                  <a:xfrm>
                    <a:off x="3097571" y="245995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6" name="グループ化 1835">
                  <a:extLst>
                    <a:ext uri="{FF2B5EF4-FFF2-40B4-BE49-F238E27FC236}">
                      <a16:creationId xmlns:a16="http://schemas.microsoft.com/office/drawing/2014/main" id="{F81F5B8B-6E20-9293-1067-68C87DCCF17B}"/>
                    </a:ext>
                  </a:extLst>
                </p:cNvPr>
                <p:cNvGrpSpPr/>
                <p:nvPr/>
              </p:nvGrpSpPr>
              <p:grpSpPr>
                <a:xfrm>
                  <a:off x="2679531" y="2547672"/>
                  <a:ext cx="560294" cy="381514"/>
                  <a:chOff x="2679531" y="2547672"/>
                  <a:chExt cx="560294" cy="381514"/>
                </a:xfrm>
              </p:grpSpPr>
              <p:cxnSp>
                <p:nvCxnSpPr>
                  <p:cNvPr id="1782" name="コネクタ: カギ線 1781">
                    <a:extLst>
                      <a:ext uri="{FF2B5EF4-FFF2-40B4-BE49-F238E27FC236}">
                        <a16:creationId xmlns:a16="http://schemas.microsoft.com/office/drawing/2014/main" id="{16234A24-758E-796E-95CD-94C8AB431A3F}"/>
                      </a:ext>
                    </a:extLst>
                  </p:cNvPr>
                  <p:cNvCxnSpPr>
                    <a:cxnSpLocks/>
                  </p:cNvCxnSpPr>
                  <p:nvPr/>
                </p:nvCxnSpPr>
                <p:spPr>
                  <a:xfrm rot="5400000">
                    <a:off x="2952516" y="265918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783" name="コネクタ: カギ線 1782">
                    <a:extLst>
                      <a:ext uri="{FF2B5EF4-FFF2-40B4-BE49-F238E27FC236}">
                        <a16:creationId xmlns:a16="http://schemas.microsoft.com/office/drawing/2014/main" id="{F8022671-2C63-783B-91C1-EE265A386E74}"/>
                      </a:ext>
                    </a:extLst>
                  </p:cNvPr>
                  <p:cNvCxnSpPr>
                    <a:cxnSpLocks/>
                  </p:cNvCxnSpPr>
                  <p:nvPr/>
                </p:nvCxnSpPr>
                <p:spPr>
                  <a:xfrm>
                    <a:off x="2688051" y="274172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3" name="楕円 1802">
                    <a:extLst>
                      <a:ext uri="{FF2B5EF4-FFF2-40B4-BE49-F238E27FC236}">
                        <a16:creationId xmlns:a16="http://schemas.microsoft.com/office/drawing/2014/main" id="{67CEE045-855A-4F9B-ECB3-E1502C0DA0E5}"/>
                      </a:ext>
                    </a:extLst>
                  </p:cNvPr>
                  <p:cNvSpPr>
                    <a:spLocks noChangeAspect="1"/>
                  </p:cNvSpPr>
                  <p:nvPr/>
                </p:nvSpPr>
                <p:spPr>
                  <a:xfrm>
                    <a:off x="2679531" y="272465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7" name="楕円 1816">
                    <a:extLst>
                      <a:ext uri="{FF2B5EF4-FFF2-40B4-BE49-F238E27FC236}">
                        <a16:creationId xmlns:a16="http://schemas.microsoft.com/office/drawing/2014/main" id="{0222256C-B353-DD0D-F534-746D07481B47}"/>
                      </a:ext>
                    </a:extLst>
                  </p:cNvPr>
                  <p:cNvSpPr>
                    <a:spLocks noChangeAspect="1"/>
                  </p:cNvSpPr>
                  <p:nvPr/>
                </p:nvSpPr>
                <p:spPr>
                  <a:xfrm>
                    <a:off x="3203825" y="25476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8" name="グループ化 1827">
                  <a:extLst>
                    <a:ext uri="{FF2B5EF4-FFF2-40B4-BE49-F238E27FC236}">
                      <a16:creationId xmlns:a16="http://schemas.microsoft.com/office/drawing/2014/main" id="{0996B17D-EAD1-2A4D-A9EF-6BECDD43CF36}"/>
                    </a:ext>
                  </a:extLst>
                </p:cNvPr>
                <p:cNvGrpSpPr/>
                <p:nvPr/>
              </p:nvGrpSpPr>
              <p:grpSpPr>
                <a:xfrm>
                  <a:off x="2556695" y="3263799"/>
                  <a:ext cx="378012" cy="212217"/>
                  <a:chOff x="2556695" y="3263799"/>
                  <a:chExt cx="378012" cy="212217"/>
                </a:xfrm>
              </p:grpSpPr>
              <p:cxnSp>
                <p:nvCxnSpPr>
                  <p:cNvPr id="1787" name="コネクタ: カギ線 1786">
                    <a:extLst>
                      <a:ext uri="{FF2B5EF4-FFF2-40B4-BE49-F238E27FC236}">
                        <a16:creationId xmlns:a16="http://schemas.microsoft.com/office/drawing/2014/main" id="{61DBC523-E843-F38A-D79E-325841BF3587}"/>
                      </a:ext>
                    </a:extLst>
                  </p:cNvPr>
                  <p:cNvCxnSpPr>
                    <a:cxnSpLocks/>
                  </p:cNvCxnSpPr>
                  <p:nvPr/>
                </p:nvCxnSpPr>
                <p:spPr>
                  <a:xfrm>
                    <a:off x="2556705" y="3279474"/>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9" name="楕円 1818">
                    <a:extLst>
                      <a:ext uri="{FF2B5EF4-FFF2-40B4-BE49-F238E27FC236}">
                        <a16:creationId xmlns:a16="http://schemas.microsoft.com/office/drawing/2014/main" id="{C219BF04-D5B4-D2E7-1E09-453649D062A9}"/>
                      </a:ext>
                    </a:extLst>
                  </p:cNvPr>
                  <p:cNvSpPr>
                    <a:spLocks noChangeAspect="1"/>
                  </p:cNvSpPr>
                  <p:nvPr/>
                </p:nvSpPr>
                <p:spPr>
                  <a:xfrm>
                    <a:off x="2898707" y="3440016"/>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0" name="楕円 1819">
                    <a:extLst>
                      <a:ext uri="{FF2B5EF4-FFF2-40B4-BE49-F238E27FC236}">
                        <a16:creationId xmlns:a16="http://schemas.microsoft.com/office/drawing/2014/main" id="{52833B50-2AB0-3F97-F7BD-E471540044AA}"/>
                      </a:ext>
                    </a:extLst>
                  </p:cNvPr>
                  <p:cNvSpPr>
                    <a:spLocks noChangeAspect="1"/>
                  </p:cNvSpPr>
                  <p:nvPr/>
                </p:nvSpPr>
                <p:spPr>
                  <a:xfrm>
                    <a:off x="2556695" y="326379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8" name="グループ化 1837">
                  <a:extLst>
                    <a:ext uri="{FF2B5EF4-FFF2-40B4-BE49-F238E27FC236}">
                      <a16:creationId xmlns:a16="http://schemas.microsoft.com/office/drawing/2014/main" id="{767ED811-6C64-62CA-7534-CDDEB6B198BC}"/>
                    </a:ext>
                  </a:extLst>
                </p:cNvPr>
                <p:cNvGrpSpPr/>
                <p:nvPr/>
              </p:nvGrpSpPr>
              <p:grpSpPr>
                <a:xfrm>
                  <a:off x="2252503" y="3290339"/>
                  <a:ext cx="394771" cy="214135"/>
                  <a:chOff x="2252503" y="3290339"/>
                  <a:chExt cx="394771" cy="214135"/>
                </a:xfrm>
              </p:grpSpPr>
              <p:cxnSp>
                <p:nvCxnSpPr>
                  <p:cNvPr id="1780" name="コネクタ: カギ線 1779">
                    <a:extLst>
                      <a:ext uri="{FF2B5EF4-FFF2-40B4-BE49-F238E27FC236}">
                        <a16:creationId xmlns:a16="http://schemas.microsoft.com/office/drawing/2014/main" id="{101EEBE2-7D91-D764-E651-BAAD1740466E}"/>
                      </a:ext>
                    </a:extLst>
                  </p:cNvPr>
                  <p:cNvCxnSpPr>
                    <a:cxnSpLocks/>
                  </p:cNvCxnSpPr>
                  <p:nvPr/>
                </p:nvCxnSpPr>
                <p:spPr>
                  <a:xfrm>
                    <a:off x="2270705" y="330718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7" name="楕円 1806">
                    <a:extLst>
                      <a:ext uri="{FF2B5EF4-FFF2-40B4-BE49-F238E27FC236}">
                        <a16:creationId xmlns:a16="http://schemas.microsoft.com/office/drawing/2014/main" id="{78F0BAFE-F592-95D5-DADC-DD0D25B505FA}"/>
                      </a:ext>
                    </a:extLst>
                  </p:cNvPr>
                  <p:cNvSpPr>
                    <a:spLocks noChangeAspect="1"/>
                  </p:cNvSpPr>
                  <p:nvPr/>
                </p:nvSpPr>
                <p:spPr>
                  <a:xfrm>
                    <a:off x="2252503" y="329033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8" name="楕円 1817">
                    <a:extLst>
                      <a:ext uri="{FF2B5EF4-FFF2-40B4-BE49-F238E27FC236}">
                        <a16:creationId xmlns:a16="http://schemas.microsoft.com/office/drawing/2014/main" id="{48B3A520-D851-C42B-326D-8F0A8C553765}"/>
                      </a:ext>
                    </a:extLst>
                  </p:cNvPr>
                  <p:cNvSpPr>
                    <a:spLocks noChangeAspect="1"/>
                  </p:cNvSpPr>
                  <p:nvPr/>
                </p:nvSpPr>
                <p:spPr>
                  <a:xfrm>
                    <a:off x="2611274" y="346847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9" name="グループ化 1828">
                  <a:extLst>
                    <a:ext uri="{FF2B5EF4-FFF2-40B4-BE49-F238E27FC236}">
                      <a16:creationId xmlns:a16="http://schemas.microsoft.com/office/drawing/2014/main" id="{A9702FD6-AE9F-F9F9-53E0-8378674A65C9}"/>
                    </a:ext>
                  </a:extLst>
                </p:cNvPr>
                <p:cNvGrpSpPr/>
                <p:nvPr/>
              </p:nvGrpSpPr>
              <p:grpSpPr>
                <a:xfrm>
                  <a:off x="2489204" y="3190829"/>
                  <a:ext cx="211493" cy="382891"/>
                  <a:chOff x="2489204" y="3190829"/>
                  <a:chExt cx="211493" cy="382891"/>
                </a:xfrm>
              </p:grpSpPr>
              <p:cxnSp>
                <p:nvCxnSpPr>
                  <p:cNvPr id="1785" name="コネクタ: カギ線 1784">
                    <a:extLst>
                      <a:ext uri="{FF2B5EF4-FFF2-40B4-BE49-F238E27FC236}">
                        <a16:creationId xmlns:a16="http://schemas.microsoft.com/office/drawing/2014/main" id="{44A652F3-F95F-C5DF-9C40-3230D935043F}"/>
                      </a:ext>
                    </a:extLst>
                  </p:cNvPr>
                  <p:cNvCxnSpPr>
                    <a:cxnSpLocks/>
                  </p:cNvCxnSpPr>
                  <p:nvPr/>
                </p:nvCxnSpPr>
                <p:spPr>
                  <a:xfrm rot="16200000" flipH="1">
                    <a:off x="2412695" y="3295449"/>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8" name="楕円 1807">
                    <a:extLst>
                      <a:ext uri="{FF2B5EF4-FFF2-40B4-BE49-F238E27FC236}">
                        <a16:creationId xmlns:a16="http://schemas.microsoft.com/office/drawing/2014/main" id="{97FB8B89-F84D-973C-0C12-5139A7B4072B}"/>
                      </a:ext>
                    </a:extLst>
                  </p:cNvPr>
                  <p:cNvSpPr>
                    <a:spLocks noChangeAspect="1"/>
                  </p:cNvSpPr>
                  <p:nvPr/>
                </p:nvSpPr>
                <p:spPr>
                  <a:xfrm>
                    <a:off x="2489204" y="319082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1" name="楕円 1820">
                    <a:extLst>
                      <a:ext uri="{FF2B5EF4-FFF2-40B4-BE49-F238E27FC236}">
                        <a16:creationId xmlns:a16="http://schemas.microsoft.com/office/drawing/2014/main" id="{5049EAD7-BD74-10C9-E6AE-7E5043C5B75A}"/>
                      </a:ext>
                    </a:extLst>
                  </p:cNvPr>
                  <p:cNvSpPr>
                    <a:spLocks noChangeAspect="1"/>
                  </p:cNvSpPr>
                  <p:nvPr/>
                </p:nvSpPr>
                <p:spPr>
                  <a:xfrm>
                    <a:off x="2664697" y="353772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6" name="グループ化 1825">
                  <a:extLst>
                    <a:ext uri="{FF2B5EF4-FFF2-40B4-BE49-F238E27FC236}">
                      <a16:creationId xmlns:a16="http://schemas.microsoft.com/office/drawing/2014/main" id="{CEAFB1A2-B512-34A1-6D1C-D4DF8C4D3E47}"/>
                    </a:ext>
                  </a:extLst>
                </p:cNvPr>
                <p:cNvGrpSpPr/>
                <p:nvPr/>
              </p:nvGrpSpPr>
              <p:grpSpPr>
                <a:xfrm>
                  <a:off x="2881072" y="3320318"/>
                  <a:ext cx="387311" cy="217020"/>
                  <a:chOff x="2881072" y="3320318"/>
                  <a:chExt cx="387311" cy="217020"/>
                </a:xfrm>
              </p:grpSpPr>
              <p:cxnSp>
                <p:nvCxnSpPr>
                  <p:cNvPr id="1792" name="コネクタ: カギ線 1791">
                    <a:extLst>
                      <a:ext uri="{FF2B5EF4-FFF2-40B4-BE49-F238E27FC236}">
                        <a16:creationId xmlns:a16="http://schemas.microsoft.com/office/drawing/2014/main" id="{469D18AF-F658-4651-4842-2E210A67E08D}"/>
                      </a:ext>
                    </a:extLst>
                  </p:cNvPr>
                  <p:cNvCxnSpPr>
                    <a:cxnSpLocks/>
                  </p:cNvCxnSpPr>
                  <p:nvPr/>
                </p:nvCxnSpPr>
                <p:spPr>
                  <a:xfrm flipH="1">
                    <a:off x="2893213" y="333933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22" name="楕円 1821">
                    <a:extLst>
                      <a:ext uri="{FF2B5EF4-FFF2-40B4-BE49-F238E27FC236}">
                        <a16:creationId xmlns:a16="http://schemas.microsoft.com/office/drawing/2014/main" id="{96B3D53A-FF04-E0EB-31CF-40F9AA9EA283}"/>
                      </a:ext>
                    </a:extLst>
                  </p:cNvPr>
                  <p:cNvSpPr>
                    <a:spLocks noChangeAspect="1"/>
                  </p:cNvSpPr>
                  <p:nvPr/>
                </p:nvSpPr>
                <p:spPr>
                  <a:xfrm>
                    <a:off x="2881072" y="350133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3" name="楕円 1822">
                    <a:extLst>
                      <a:ext uri="{FF2B5EF4-FFF2-40B4-BE49-F238E27FC236}">
                        <a16:creationId xmlns:a16="http://schemas.microsoft.com/office/drawing/2014/main" id="{D3DFE64F-F015-9016-39C5-8033BA537714}"/>
                      </a:ext>
                    </a:extLst>
                  </p:cNvPr>
                  <p:cNvSpPr>
                    <a:spLocks noChangeAspect="1"/>
                  </p:cNvSpPr>
                  <p:nvPr/>
                </p:nvSpPr>
                <p:spPr>
                  <a:xfrm>
                    <a:off x="3232383" y="332031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7" name="グループ化 1826">
                  <a:extLst>
                    <a:ext uri="{FF2B5EF4-FFF2-40B4-BE49-F238E27FC236}">
                      <a16:creationId xmlns:a16="http://schemas.microsoft.com/office/drawing/2014/main" id="{A577215C-EA85-D280-89B5-F3F50B01E3BB}"/>
                    </a:ext>
                  </a:extLst>
                </p:cNvPr>
                <p:cNvGrpSpPr/>
                <p:nvPr/>
              </p:nvGrpSpPr>
              <p:grpSpPr>
                <a:xfrm>
                  <a:off x="2947430" y="3064508"/>
                  <a:ext cx="216345" cy="382936"/>
                  <a:chOff x="2947430" y="3064508"/>
                  <a:chExt cx="216345" cy="382936"/>
                </a:xfrm>
              </p:grpSpPr>
              <p:cxnSp>
                <p:nvCxnSpPr>
                  <p:cNvPr id="1789" name="コネクタ: カギ線 1788">
                    <a:extLst>
                      <a:ext uri="{FF2B5EF4-FFF2-40B4-BE49-F238E27FC236}">
                        <a16:creationId xmlns:a16="http://schemas.microsoft.com/office/drawing/2014/main" id="{40C95133-470F-C8A2-3266-9653E349C75F}"/>
                      </a:ext>
                    </a:extLst>
                  </p:cNvPr>
                  <p:cNvCxnSpPr>
                    <a:cxnSpLocks/>
                  </p:cNvCxnSpPr>
                  <p:nvPr/>
                </p:nvCxnSpPr>
                <p:spPr>
                  <a:xfrm rot="5400000">
                    <a:off x="2872276" y="317001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4" name="楕円 1813">
                    <a:extLst>
                      <a:ext uri="{FF2B5EF4-FFF2-40B4-BE49-F238E27FC236}">
                        <a16:creationId xmlns:a16="http://schemas.microsoft.com/office/drawing/2014/main" id="{38976EAD-92A1-B7B6-1374-2084046B3CE6}"/>
                      </a:ext>
                    </a:extLst>
                  </p:cNvPr>
                  <p:cNvSpPr>
                    <a:spLocks noChangeAspect="1"/>
                  </p:cNvSpPr>
                  <p:nvPr/>
                </p:nvSpPr>
                <p:spPr>
                  <a:xfrm>
                    <a:off x="3127775" y="306450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4" name="楕円 1823">
                    <a:extLst>
                      <a:ext uri="{FF2B5EF4-FFF2-40B4-BE49-F238E27FC236}">
                        <a16:creationId xmlns:a16="http://schemas.microsoft.com/office/drawing/2014/main" id="{33F8BADB-B5F2-C3B4-A185-419FC3F62DED}"/>
                      </a:ext>
                    </a:extLst>
                  </p:cNvPr>
                  <p:cNvSpPr>
                    <a:spLocks noChangeAspect="1"/>
                  </p:cNvSpPr>
                  <p:nvPr/>
                </p:nvSpPr>
                <p:spPr>
                  <a:xfrm>
                    <a:off x="2947430" y="341144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5" name="グループ化 1834">
                  <a:extLst>
                    <a:ext uri="{FF2B5EF4-FFF2-40B4-BE49-F238E27FC236}">
                      <a16:creationId xmlns:a16="http://schemas.microsoft.com/office/drawing/2014/main" id="{EA3C06DC-60F0-94B1-3ABA-3D06C230D340}"/>
                    </a:ext>
                  </a:extLst>
                </p:cNvPr>
                <p:cNvGrpSpPr/>
                <p:nvPr/>
              </p:nvGrpSpPr>
              <p:grpSpPr>
                <a:xfrm>
                  <a:off x="3077497" y="2741872"/>
                  <a:ext cx="215326" cy="399410"/>
                  <a:chOff x="3077497" y="2741872"/>
                  <a:chExt cx="215326" cy="399410"/>
                </a:xfrm>
              </p:grpSpPr>
              <p:cxnSp>
                <p:nvCxnSpPr>
                  <p:cNvPr id="1793" name="コネクタ: カギ線 1792">
                    <a:extLst>
                      <a:ext uri="{FF2B5EF4-FFF2-40B4-BE49-F238E27FC236}">
                        <a16:creationId xmlns:a16="http://schemas.microsoft.com/office/drawing/2014/main" id="{B58F0DB2-8D1E-506F-B35C-C275325D0F73}"/>
                      </a:ext>
                    </a:extLst>
                  </p:cNvPr>
                  <p:cNvCxnSpPr>
                    <a:cxnSpLocks/>
                  </p:cNvCxnSpPr>
                  <p:nvPr/>
                </p:nvCxnSpPr>
                <p:spPr>
                  <a:xfrm rot="5400000">
                    <a:off x="3004821" y="2850245"/>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3" name="楕円 1812">
                    <a:extLst>
                      <a:ext uri="{FF2B5EF4-FFF2-40B4-BE49-F238E27FC236}">
                        <a16:creationId xmlns:a16="http://schemas.microsoft.com/office/drawing/2014/main" id="{68E04F39-5491-3DCC-762D-E4B1F0B1F7D9}"/>
                      </a:ext>
                    </a:extLst>
                  </p:cNvPr>
                  <p:cNvSpPr>
                    <a:spLocks noChangeAspect="1"/>
                  </p:cNvSpPr>
                  <p:nvPr/>
                </p:nvSpPr>
                <p:spPr>
                  <a:xfrm>
                    <a:off x="3077497" y="310528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5" name="楕円 1824">
                    <a:extLst>
                      <a:ext uri="{FF2B5EF4-FFF2-40B4-BE49-F238E27FC236}">
                        <a16:creationId xmlns:a16="http://schemas.microsoft.com/office/drawing/2014/main" id="{2E930C05-79B7-2791-7B37-6C8FC2C50B2A}"/>
                      </a:ext>
                    </a:extLst>
                  </p:cNvPr>
                  <p:cNvSpPr>
                    <a:spLocks noChangeAspect="1"/>
                  </p:cNvSpPr>
                  <p:nvPr/>
                </p:nvSpPr>
                <p:spPr>
                  <a:xfrm>
                    <a:off x="3256823" y="27418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grpSp>
      </p:grpSp>
      <p:sp>
        <p:nvSpPr>
          <p:cNvPr id="15" name="テキスト ボックス 14">
            <a:extLst>
              <a:ext uri="{FF2B5EF4-FFF2-40B4-BE49-F238E27FC236}">
                <a16:creationId xmlns:a16="http://schemas.microsoft.com/office/drawing/2014/main" id="{4BA6B54B-1BC9-F5EF-0082-A436E05E386D}"/>
              </a:ext>
            </a:extLst>
          </p:cNvPr>
          <p:cNvSpPr txBox="1">
            <a:spLocks noGrp="1" noRot="1" noMove="1" noResize="1" noEditPoints="1" noAdjustHandles="1" noChangeArrowheads="1" noChangeShapeType="1"/>
          </p:cNvSpPr>
          <p:nvPr/>
        </p:nvSpPr>
        <p:spPr>
          <a:xfrm>
            <a:off x="6511348" y="252938"/>
            <a:ext cx="3475589" cy="1692771"/>
          </a:xfrm>
          <a:prstGeom prst="rect">
            <a:avLst/>
          </a:prstGeom>
          <a:noFill/>
        </p:spPr>
        <p:txBody>
          <a:bodyPr wrap="square" rtlCol="0">
            <a:spAutoFit/>
          </a:bodyPr>
          <a:lstStyle/>
          <a:p>
            <a:r>
              <a:rPr lang="ja-JP" altLang="en-US" sz="3200" dirty="0">
                <a:solidFill>
                  <a:srgbClr val="4925FF"/>
                </a:solidFill>
                <a:latin typeface="ＭＳ ゴシック" panose="020B0609070205080204" pitchFamily="49" charset="-128"/>
                <a:ea typeface="ＭＳ ゴシック" panose="020B0609070205080204" pitchFamily="49" charset="-128"/>
              </a:rPr>
              <a:t>・作図</a:t>
            </a:r>
            <a:endParaRPr lang="en-US" altLang="ja-JP" sz="3200" dirty="0">
              <a:solidFill>
                <a:srgbClr val="4925FF"/>
              </a:solidFill>
              <a:latin typeface="ＭＳ ゴシック" panose="020B0609070205080204" pitchFamily="49" charset="-128"/>
              <a:ea typeface="ＭＳ ゴシック" panose="020B0609070205080204" pitchFamily="49" charset="-128"/>
            </a:endParaRPr>
          </a:p>
          <a:p>
            <a:r>
              <a:rPr lang="ja-JP" altLang="en-US" sz="4000" dirty="0">
                <a:solidFill>
                  <a:srgbClr val="C5B9FF"/>
                </a:solidFill>
                <a:latin typeface="ＭＳ ゴシック" panose="020B0609070205080204" pitchFamily="49" charset="-128"/>
                <a:ea typeface="ＭＳ ゴシック" panose="020B0609070205080204" pitchFamily="49" charset="-128"/>
              </a:rPr>
              <a:t>・ハンダ作業</a:t>
            </a:r>
            <a:endParaRPr lang="en-US" altLang="ja-JP" sz="4000" dirty="0">
              <a:solidFill>
                <a:srgbClr val="C5B9FF"/>
              </a:solidFill>
              <a:latin typeface="ＭＳ ゴシック" panose="020B0609070205080204" pitchFamily="49" charset="-128"/>
              <a:ea typeface="ＭＳ ゴシック" panose="020B0609070205080204" pitchFamily="49" charset="-128"/>
            </a:endParaRPr>
          </a:p>
          <a:p>
            <a:r>
              <a:rPr lang="ja-JP" altLang="en-US" sz="3200" dirty="0">
                <a:solidFill>
                  <a:srgbClr val="4925FF"/>
                </a:solidFill>
                <a:latin typeface="ＭＳ ゴシック" panose="020B0609070205080204" pitchFamily="49" charset="-128"/>
                <a:ea typeface="ＭＳ ゴシック" panose="020B0609070205080204" pitchFamily="49" charset="-128"/>
              </a:rPr>
              <a:t>・プログラミング</a:t>
            </a:r>
            <a:endParaRPr lang="en-US" altLang="ja-JP" sz="3200" dirty="0">
              <a:solidFill>
                <a:srgbClr val="4925FF"/>
              </a:solidFill>
              <a:latin typeface="ＭＳ ゴシック" panose="020B0609070205080204" pitchFamily="49" charset="-128"/>
              <a:ea typeface="ＭＳ ゴシック" panose="020B0609070205080204" pitchFamily="49" charset="-128"/>
            </a:endParaRPr>
          </a:p>
        </p:txBody>
      </p:sp>
      <p:sp>
        <p:nvSpPr>
          <p:cNvPr id="2" name="テキスト ボックス 1">
            <a:extLst>
              <a:ext uri="{FF2B5EF4-FFF2-40B4-BE49-F238E27FC236}">
                <a16:creationId xmlns:a16="http://schemas.microsoft.com/office/drawing/2014/main" id="{E4892967-8DB2-5411-C0C1-696368C3CFFE}"/>
              </a:ext>
            </a:extLst>
          </p:cNvPr>
          <p:cNvSpPr txBox="1">
            <a:spLocks/>
          </p:cNvSpPr>
          <p:nvPr/>
        </p:nvSpPr>
        <p:spPr>
          <a:xfrm>
            <a:off x="6336000" y="745380"/>
            <a:ext cx="441146" cy="707886"/>
          </a:xfrm>
          <a:prstGeom prst="rect">
            <a:avLst/>
          </a:prstGeom>
          <a:noFill/>
        </p:spPr>
        <p:txBody>
          <a:bodyPr wrap="none" rtlCol="0">
            <a:spAutoFit/>
          </a:bodyPr>
          <a:lstStyle/>
          <a:p>
            <a:r>
              <a:rPr lang="en-US" altLang="ja-JP" sz="4000" dirty="0">
                <a:solidFill>
                  <a:srgbClr val="C5B9FF"/>
                </a:solidFill>
                <a:latin typeface="ＭＳ ゴシック" panose="020B0609070205080204" pitchFamily="49" charset="-128"/>
                <a:ea typeface="ＭＳ ゴシック" panose="020B0609070205080204" pitchFamily="49" charset="-128"/>
              </a:rPr>
              <a:t>&gt;</a:t>
            </a:r>
          </a:p>
        </p:txBody>
      </p:sp>
      <p:sp>
        <p:nvSpPr>
          <p:cNvPr id="13" name="テキスト ボックス 12">
            <a:extLst>
              <a:ext uri="{FF2B5EF4-FFF2-40B4-BE49-F238E27FC236}">
                <a16:creationId xmlns:a16="http://schemas.microsoft.com/office/drawing/2014/main" id="{B4C84E88-697A-1AE5-BBD2-0499BCB67901}"/>
              </a:ext>
            </a:extLst>
          </p:cNvPr>
          <p:cNvSpPr txBox="1">
            <a:spLocks/>
          </p:cNvSpPr>
          <p:nvPr/>
        </p:nvSpPr>
        <p:spPr>
          <a:xfrm>
            <a:off x="3439021" y="2547871"/>
            <a:ext cx="2339102" cy="523220"/>
          </a:xfrm>
          <a:prstGeom prst="rect">
            <a:avLst/>
          </a:prstGeom>
          <a:noFill/>
        </p:spPr>
        <p:txBody>
          <a:bodyPr wrap="none" rtlCol="0">
            <a:spAutoFit/>
          </a:bodyPr>
          <a:lstStyle/>
          <a:p>
            <a:r>
              <a:rPr kumimoji="1" lang="ja-JP" altLang="en-US" sz="2800" dirty="0">
                <a:solidFill>
                  <a:srgbClr val="17008C"/>
                </a:solidFill>
                <a:latin typeface="ＭＳ ゴシック" panose="020B0609070205080204" pitchFamily="49" charset="-128"/>
                <a:ea typeface="ＭＳ ゴシック" panose="020B0609070205080204" pitchFamily="49" charset="-128"/>
              </a:rPr>
              <a:t>ハンダ完成品</a:t>
            </a:r>
          </a:p>
        </p:txBody>
      </p:sp>
      <p:pic>
        <p:nvPicPr>
          <p:cNvPr id="20" name="図 19" descr="ダイアグラム&#10;&#10;AI によって生成されたコンテンツは間違っている可能性があります。">
            <a:extLst>
              <a:ext uri="{FF2B5EF4-FFF2-40B4-BE49-F238E27FC236}">
                <a16:creationId xmlns:a16="http://schemas.microsoft.com/office/drawing/2014/main" id="{E34AEDF3-F826-AFCA-5CDB-60FF0D3408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21146" y="3126972"/>
            <a:ext cx="4709749" cy="3682167"/>
          </a:xfrm>
          <a:prstGeom prst="rect">
            <a:avLst/>
          </a:prstGeom>
        </p:spPr>
      </p:pic>
      <p:pic>
        <p:nvPicPr>
          <p:cNvPr id="21" name="図 20" descr="図形&#10;&#10;AI によって生成されたコンテンツは間違っている可能性があります。">
            <a:extLst>
              <a:ext uri="{FF2B5EF4-FFF2-40B4-BE49-F238E27FC236}">
                <a16:creationId xmlns:a16="http://schemas.microsoft.com/office/drawing/2014/main" id="{E3DDA739-D015-7B27-93FA-45675E5CAFE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66969" y="2214521"/>
            <a:ext cx="1196984" cy="2492630"/>
          </a:xfrm>
          <a:prstGeom prst="rect">
            <a:avLst/>
          </a:prstGeom>
        </p:spPr>
      </p:pic>
      <p:pic>
        <p:nvPicPr>
          <p:cNvPr id="23" name="図 22" descr="グラフ&#10;&#10;AI によって生成されたコンテンツは間違っている可能性があります。">
            <a:extLst>
              <a:ext uri="{FF2B5EF4-FFF2-40B4-BE49-F238E27FC236}">
                <a16:creationId xmlns:a16="http://schemas.microsoft.com/office/drawing/2014/main" id="{F27D2986-2834-A57C-380C-7FE605BD97F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879913" y="3804107"/>
            <a:ext cx="3220500" cy="2384659"/>
          </a:xfrm>
          <a:prstGeom prst="rect">
            <a:avLst/>
          </a:prstGeom>
        </p:spPr>
      </p:pic>
      <p:sp>
        <p:nvSpPr>
          <p:cNvPr id="16" name="テキスト ボックス 15">
            <a:extLst>
              <a:ext uri="{FF2B5EF4-FFF2-40B4-BE49-F238E27FC236}">
                <a16:creationId xmlns:a16="http://schemas.microsoft.com/office/drawing/2014/main" id="{18EF5E78-8F2F-9D6B-8624-1A28FB62ED9C}"/>
              </a:ext>
            </a:extLst>
          </p:cNvPr>
          <p:cNvSpPr txBox="1">
            <a:spLocks/>
          </p:cNvSpPr>
          <p:nvPr/>
        </p:nvSpPr>
        <p:spPr>
          <a:xfrm>
            <a:off x="8350279" y="2626873"/>
            <a:ext cx="1980029" cy="523220"/>
          </a:xfrm>
          <a:prstGeom prst="rect">
            <a:avLst/>
          </a:prstGeom>
          <a:noFill/>
        </p:spPr>
        <p:txBody>
          <a:bodyPr wrap="none" rtlCol="0">
            <a:spAutoFit/>
          </a:bodyPr>
          <a:lstStyle/>
          <a:p>
            <a:r>
              <a:rPr kumimoji="1" lang="ja-JP" altLang="en-US" sz="2800" dirty="0">
                <a:solidFill>
                  <a:srgbClr val="17008C"/>
                </a:solidFill>
                <a:latin typeface="ＭＳ ゴシック" panose="020B0609070205080204" pitchFamily="49" charset="-128"/>
                <a:ea typeface="ＭＳ ゴシック" panose="020B0609070205080204" pitchFamily="49" charset="-128"/>
              </a:rPr>
              <a:t>実体配線図</a:t>
            </a:r>
          </a:p>
        </p:txBody>
      </p:sp>
      <p:sp>
        <p:nvSpPr>
          <p:cNvPr id="7" name="テキスト ボックス 6">
            <a:extLst>
              <a:ext uri="{FF2B5EF4-FFF2-40B4-BE49-F238E27FC236}">
                <a16:creationId xmlns:a16="http://schemas.microsoft.com/office/drawing/2014/main" id="{D04D3457-37C4-39B8-48FD-E29C3C454149}"/>
              </a:ext>
            </a:extLst>
          </p:cNvPr>
          <p:cNvSpPr txBox="1">
            <a:spLocks/>
          </p:cNvSpPr>
          <p:nvPr/>
        </p:nvSpPr>
        <p:spPr>
          <a:xfrm>
            <a:off x="-90309" y="-99706"/>
            <a:ext cx="6186309" cy="646331"/>
          </a:xfrm>
          <a:prstGeom prst="rect">
            <a:avLst/>
          </a:prstGeom>
          <a:noFill/>
        </p:spPr>
        <p:txBody>
          <a:bodyPr wrap="none" rtlCol="0">
            <a:spAutoFit/>
          </a:bodyPr>
          <a:lstStyle/>
          <a:p>
            <a:r>
              <a:rPr lang="ja-JP" altLang="en-US" sz="3600" u="sng" dirty="0">
                <a:solidFill>
                  <a:schemeClr val="bg2"/>
                </a:solidFill>
                <a:latin typeface="ＭＳ ゴシック" panose="020B0609070205080204" pitchFamily="49" charset="-128"/>
                <a:ea typeface="ＭＳ ゴシック" panose="020B0609070205080204" pitchFamily="49" charset="-128"/>
              </a:rPr>
              <a:t>ものづくりコンテストとは？</a:t>
            </a:r>
            <a:endParaRPr kumimoji="1" lang="ja-JP" altLang="en-US" sz="3600" u="sng" dirty="0">
              <a:solidFill>
                <a:schemeClr val="bg2"/>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184429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0000">
        <p159:morph option="byObject"/>
      </p:transition>
    </mc:Choice>
    <mc:Fallback xmlns="">
      <p:transition spd="slow" advTm="20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直角三角形 3">
            <a:extLst>
              <a:ext uri="{FF2B5EF4-FFF2-40B4-BE49-F238E27FC236}">
                <a16:creationId xmlns:a16="http://schemas.microsoft.com/office/drawing/2014/main" id="{4CA1CB6D-F292-BAC6-BEB2-C47EFF3E7310}"/>
              </a:ext>
            </a:extLst>
          </p:cNvPr>
          <p:cNvSpPr>
            <a:spLocks/>
          </p:cNvSpPr>
          <p:nvPr/>
        </p:nvSpPr>
        <p:spPr>
          <a:xfrm rot="5400000">
            <a:off x="-1573333" y="-1664744"/>
            <a:ext cx="6858000" cy="10204333"/>
          </a:xfrm>
          <a:prstGeom prst="rtTriangle">
            <a:avLst/>
          </a:prstGeom>
          <a:solidFill>
            <a:srgbClr val="FFA700"/>
          </a:solidFill>
          <a:ln>
            <a:solidFill>
              <a:srgbClr val="FFA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斜め縞 17">
            <a:extLst>
              <a:ext uri="{FF2B5EF4-FFF2-40B4-BE49-F238E27FC236}">
                <a16:creationId xmlns:a16="http://schemas.microsoft.com/office/drawing/2014/main" id="{9E671865-A0E2-61E1-39F6-FACA901E6FA7}"/>
              </a:ext>
            </a:extLst>
          </p:cNvPr>
          <p:cNvSpPr>
            <a:spLocks/>
          </p:cNvSpPr>
          <p:nvPr/>
        </p:nvSpPr>
        <p:spPr>
          <a:xfrm rot="16200000">
            <a:off x="-4432743" y="3495900"/>
            <a:ext cx="3265458" cy="3475588"/>
          </a:xfrm>
          <a:prstGeom prst="diagStripe">
            <a:avLst>
              <a:gd name="adj" fmla="val 69192"/>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24" name="テキスト ボックス 1623">
            <a:extLst>
              <a:ext uri="{FF2B5EF4-FFF2-40B4-BE49-F238E27FC236}">
                <a16:creationId xmlns:a16="http://schemas.microsoft.com/office/drawing/2014/main" id="{F29FC465-0430-FE81-E10A-A39A28EA74DA}"/>
              </a:ext>
            </a:extLst>
          </p:cNvPr>
          <p:cNvSpPr txBox="1"/>
          <p:nvPr/>
        </p:nvSpPr>
        <p:spPr>
          <a:xfrm>
            <a:off x="104775" y="407364"/>
            <a:ext cx="5314275" cy="707886"/>
          </a:xfrm>
          <a:prstGeom prst="rect">
            <a:avLst/>
          </a:prstGeom>
          <a:noFill/>
        </p:spPr>
        <p:txBody>
          <a:bodyPr wrap="none" rtlCol="0">
            <a:spAutoFit/>
          </a:bodyPr>
          <a:lstStyle/>
          <a:p>
            <a:r>
              <a:rPr lang="ja-JP" altLang="en-US" sz="4000" dirty="0">
                <a:solidFill>
                  <a:schemeClr val="bg2"/>
                </a:solidFill>
                <a:latin typeface="ＭＳ ゴシック" panose="020B0609070205080204" pitchFamily="49" charset="-128"/>
                <a:ea typeface="ＭＳ ゴシック" panose="020B0609070205080204" pitchFamily="49" charset="-128"/>
              </a:rPr>
              <a:t>電子回路組み立て部門</a:t>
            </a:r>
            <a:endParaRPr lang="en-US" altLang="ja-JP" sz="4000" dirty="0">
              <a:solidFill>
                <a:schemeClr val="bg2"/>
              </a:solidFill>
              <a:latin typeface="ＭＳ ゴシック" panose="020B0609070205080204" pitchFamily="49" charset="-128"/>
              <a:ea typeface="ＭＳ ゴシック" panose="020B0609070205080204" pitchFamily="49" charset="-128"/>
            </a:endParaRPr>
          </a:p>
        </p:txBody>
      </p:sp>
      <p:grpSp>
        <p:nvGrpSpPr>
          <p:cNvPr id="1845" name="グループ化 1844">
            <a:extLst>
              <a:ext uri="{FF2B5EF4-FFF2-40B4-BE49-F238E27FC236}">
                <a16:creationId xmlns:a16="http://schemas.microsoft.com/office/drawing/2014/main" id="{8DCA2087-91DB-CC5C-4227-CEEB042CF482}"/>
              </a:ext>
            </a:extLst>
          </p:cNvPr>
          <p:cNvGrpSpPr/>
          <p:nvPr/>
        </p:nvGrpSpPr>
        <p:grpSpPr>
          <a:xfrm>
            <a:off x="0" y="1044022"/>
            <a:ext cx="2285451" cy="2651123"/>
            <a:chOff x="1608047" y="1675845"/>
            <a:chExt cx="2285451" cy="2651123"/>
          </a:xfrm>
        </p:grpSpPr>
        <p:sp>
          <p:nvSpPr>
            <p:cNvPr id="1734" name="六角形 1733">
              <a:extLst>
                <a:ext uri="{FF2B5EF4-FFF2-40B4-BE49-F238E27FC236}">
                  <a16:creationId xmlns:a16="http://schemas.microsoft.com/office/drawing/2014/main" id="{2AC04455-52D7-8260-89EB-61F0ED29C1B0}"/>
                </a:ext>
              </a:extLst>
            </p:cNvPr>
            <p:cNvSpPr>
              <a:spLocks noChangeAspect="1"/>
            </p:cNvSpPr>
            <p:nvPr/>
          </p:nvSpPr>
          <p:spPr>
            <a:xfrm rot="5400000">
              <a:off x="1425211" y="1858681"/>
              <a:ext cx="2651123" cy="2285451"/>
            </a:xfrm>
            <a:prstGeom prst="hexagon">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844" name="グループ化 1843">
              <a:extLst>
                <a:ext uri="{FF2B5EF4-FFF2-40B4-BE49-F238E27FC236}">
                  <a16:creationId xmlns:a16="http://schemas.microsoft.com/office/drawing/2014/main" id="{548725F9-4175-D964-8A3F-1674B4077583}"/>
                </a:ext>
              </a:extLst>
            </p:cNvPr>
            <p:cNvGrpSpPr/>
            <p:nvPr/>
          </p:nvGrpSpPr>
          <p:grpSpPr>
            <a:xfrm>
              <a:off x="2023713" y="2268207"/>
              <a:ext cx="1454118" cy="1454118"/>
              <a:chOff x="2047047" y="2274347"/>
              <a:chExt cx="1454118" cy="1454118"/>
            </a:xfrm>
          </p:grpSpPr>
          <p:grpSp>
            <p:nvGrpSpPr>
              <p:cNvPr id="1842" name="グループ化 1841">
                <a:extLst>
                  <a:ext uri="{FF2B5EF4-FFF2-40B4-BE49-F238E27FC236}">
                    <a16:creationId xmlns:a16="http://schemas.microsoft.com/office/drawing/2014/main" id="{A3E91BED-5A74-1AD4-7E8A-8719780A41D8}"/>
                  </a:ext>
                </a:extLst>
              </p:cNvPr>
              <p:cNvGrpSpPr/>
              <p:nvPr/>
            </p:nvGrpSpPr>
            <p:grpSpPr>
              <a:xfrm>
                <a:off x="2047047" y="2274347"/>
                <a:ext cx="1454118" cy="1454118"/>
                <a:chOff x="2047047" y="2274347"/>
                <a:chExt cx="1454118" cy="1454118"/>
              </a:xfrm>
            </p:grpSpPr>
            <p:sp>
              <p:nvSpPr>
                <p:cNvPr id="1763" name="四角形: 角を丸くする 1762">
                  <a:extLst>
                    <a:ext uri="{FF2B5EF4-FFF2-40B4-BE49-F238E27FC236}">
                      <a16:creationId xmlns:a16="http://schemas.microsoft.com/office/drawing/2014/main" id="{367649CB-AA28-8DB4-0C1C-B9912F63FB07}"/>
                    </a:ext>
                  </a:extLst>
                </p:cNvPr>
                <p:cNvSpPr/>
                <p:nvPr/>
              </p:nvSpPr>
              <p:spPr>
                <a:xfrm>
                  <a:off x="2203555" y="2412146"/>
                  <a:ext cx="1132834" cy="11785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70" name="グループ化 1769">
                  <a:extLst>
                    <a:ext uri="{FF2B5EF4-FFF2-40B4-BE49-F238E27FC236}">
                      <a16:creationId xmlns:a16="http://schemas.microsoft.com/office/drawing/2014/main" id="{7753584C-906C-C3F7-F2A7-EBD870AA0B63}"/>
                    </a:ext>
                  </a:extLst>
                </p:cNvPr>
                <p:cNvGrpSpPr/>
                <p:nvPr/>
              </p:nvGrpSpPr>
              <p:grpSpPr>
                <a:xfrm>
                  <a:off x="2047047" y="2596827"/>
                  <a:ext cx="1454118" cy="800359"/>
                  <a:chOff x="2035854" y="2612701"/>
                  <a:chExt cx="1454118" cy="800359"/>
                </a:xfrm>
              </p:grpSpPr>
              <p:sp>
                <p:nvSpPr>
                  <p:cNvPr id="1764" name="四角形: 角を丸くする 1763">
                    <a:extLst>
                      <a:ext uri="{FF2B5EF4-FFF2-40B4-BE49-F238E27FC236}">
                        <a16:creationId xmlns:a16="http://schemas.microsoft.com/office/drawing/2014/main" id="{7D402C74-69DD-0C2E-828B-D70764657F06}"/>
                      </a:ext>
                    </a:extLst>
                  </p:cNvPr>
                  <p:cNvSpPr/>
                  <p:nvPr/>
                </p:nvSpPr>
                <p:spPr>
                  <a:xfrm>
                    <a:off x="2035854" y="2612701"/>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67" name="四角形: 角を丸くする 1766">
                    <a:extLst>
                      <a:ext uri="{FF2B5EF4-FFF2-40B4-BE49-F238E27FC236}">
                        <a16:creationId xmlns:a16="http://schemas.microsoft.com/office/drawing/2014/main" id="{8FD7676A-DD2D-3622-321A-9F436151642C}"/>
                      </a:ext>
                    </a:extLst>
                  </p:cNvPr>
                  <p:cNvSpPr/>
                  <p:nvPr/>
                </p:nvSpPr>
                <p:spPr>
                  <a:xfrm>
                    <a:off x="2049972" y="3341060"/>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71" name="グループ化 1770">
                  <a:extLst>
                    <a:ext uri="{FF2B5EF4-FFF2-40B4-BE49-F238E27FC236}">
                      <a16:creationId xmlns:a16="http://schemas.microsoft.com/office/drawing/2014/main" id="{F7BDEC0A-235E-B37B-8241-098BB90604C0}"/>
                    </a:ext>
                  </a:extLst>
                </p:cNvPr>
                <p:cNvGrpSpPr/>
                <p:nvPr/>
              </p:nvGrpSpPr>
              <p:grpSpPr>
                <a:xfrm rot="5400000">
                  <a:off x="2039987" y="2601226"/>
                  <a:ext cx="1454118" cy="800359"/>
                  <a:chOff x="2035854" y="2612701"/>
                  <a:chExt cx="1454118" cy="800359"/>
                </a:xfrm>
              </p:grpSpPr>
              <p:sp>
                <p:nvSpPr>
                  <p:cNvPr id="1772" name="四角形: 角を丸くする 1771">
                    <a:extLst>
                      <a:ext uri="{FF2B5EF4-FFF2-40B4-BE49-F238E27FC236}">
                        <a16:creationId xmlns:a16="http://schemas.microsoft.com/office/drawing/2014/main" id="{69B9D0E2-745D-5F58-C48B-740056AA392D}"/>
                      </a:ext>
                    </a:extLst>
                  </p:cNvPr>
                  <p:cNvSpPr/>
                  <p:nvPr/>
                </p:nvSpPr>
                <p:spPr>
                  <a:xfrm>
                    <a:off x="2035854" y="2612701"/>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73" name="四角形: 角を丸くする 1772">
                    <a:extLst>
                      <a:ext uri="{FF2B5EF4-FFF2-40B4-BE49-F238E27FC236}">
                        <a16:creationId xmlns:a16="http://schemas.microsoft.com/office/drawing/2014/main" id="{526318A8-845B-054A-6CA8-A623E29FEF39}"/>
                      </a:ext>
                    </a:extLst>
                  </p:cNvPr>
                  <p:cNvSpPr/>
                  <p:nvPr/>
                </p:nvSpPr>
                <p:spPr>
                  <a:xfrm>
                    <a:off x="2049972" y="3341060"/>
                    <a:ext cx="1440000" cy="72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1843" name="グループ化 1842">
                <a:extLst>
                  <a:ext uri="{FF2B5EF4-FFF2-40B4-BE49-F238E27FC236}">
                    <a16:creationId xmlns:a16="http://schemas.microsoft.com/office/drawing/2014/main" id="{02DFE0D2-67FA-F174-0B47-5062218D7829}"/>
                  </a:ext>
                </a:extLst>
              </p:cNvPr>
              <p:cNvGrpSpPr/>
              <p:nvPr/>
            </p:nvGrpSpPr>
            <p:grpSpPr>
              <a:xfrm>
                <a:off x="2252503" y="2459958"/>
                <a:ext cx="1040320" cy="1113762"/>
                <a:chOff x="2252503" y="2459958"/>
                <a:chExt cx="1040320" cy="1113762"/>
              </a:xfrm>
            </p:grpSpPr>
            <p:grpSp>
              <p:nvGrpSpPr>
                <p:cNvPr id="1840" name="グループ化 1839">
                  <a:extLst>
                    <a:ext uri="{FF2B5EF4-FFF2-40B4-BE49-F238E27FC236}">
                      <a16:creationId xmlns:a16="http://schemas.microsoft.com/office/drawing/2014/main" id="{AFFD1CBD-4161-8EAF-89D4-4DF9DBA5B63C}"/>
                    </a:ext>
                  </a:extLst>
                </p:cNvPr>
                <p:cNvGrpSpPr/>
                <p:nvPr/>
              </p:nvGrpSpPr>
              <p:grpSpPr>
                <a:xfrm>
                  <a:off x="2379937" y="2469409"/>
                  <a:ext cx="222128" cy="383075"/>
                  <a:chOff x="2379937" y="2469409"/>
                  <a:chExt cx="222128" cy="383075"/>
                </a:xfrm>
              </p:grpSpPr>
              <p:cxnSp>
                <p:nvCxnSpPr>
                  <p:cNvPr id="1775" name="コネクタ: カギ線 1774">
                    <a:extLst>
                      <a:ext uri="{FF2B5EF4-FFF2-40B4-BE49-F238E27FC236}">
                        <a16:creationId xmlns:a16="http://schemas.microsoft.com/office/drawing/2014/main" id="{E261C1D4-ED5E-23C6-38C0-48C4CE17497F}"/>
                      </a:ext>
                    </a:extLst>
                  </p:cNvPr>
                  <p:cNvCxnSpPr>
                    <a:cxnSpLocks/>
                  </p:cNvCxnSpPr>
                  <p:nvPr/>
                </p:nvCxnSpPr>
                <p:spPr>
                  <a:xfrm rot="16200000" flipH="1">
                    <a:off x="2309204" y="2574350"/>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798" name="楕円 1797">
                    <a:extLst>
                      <a:ext uri="{FF2B5EF4-FFF2-40B4-BE49-F238E27FC236}">
                        <a16:creationId xmlns:a16="http://schemas.microsoft.com/office/drawing/2014/main" id="{701BC3F0-9E16-8F15-366B-BD8C0FFF8C08}"/>
                      </a:ext>
                    </a:extLst>
                  </p:cNvPr>
                  <p:cNvSpPr>
                    <a:spLocks noChangeAspect="1"/>
                  </p:cNvSpPr>
                  <p:nvPr/>
                </p:nvSpPr>
                <p:spPr>
                  <a:xfrm>
                    <a:off x="2379937" y="246940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99" name="楕円 1798">
                    <a:extLst>
                      <a:ext uri="{FF2B5EF4-FFF2-40B4-BE49-F238E27FC236}">
                        <a16:creationId xmlns:a16="http://schemas.microsoft.com/office/drawing/2014/main" id="{F8A908D3-2C34-7501-520A-30A2122700EC}"/>
                      </a:ext>
                    </a:extLst>
                  </p:cNvPr>
                  <p:cNvSpPr>
                    <a:spLocks noChangeAspect="1"/>
                  </p:cNvSpPr>
                  <p:nvPr/>
                </p:nvSpPr>
                <p:spPr>
                  <a:xfrm>
                    <a:off x="2566065" y="281648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9" name="グループ化 1838">
                  <a:extLst>
                    <a:ext uri="{FF2B5EF4-FFF2-40B4-BE49-F238E27FC236}">
                      <a16:creationId xmlns:a16="http://schemas.microsoft.com/office/drawing/2014/main" id="{F5B61C9C-3349-FF93-35D4-838102B2688E}"/>
                    </a:ext>
                  </a:extLst>
                </p:cNvPr>
                <p:cNvGrpSpPr/>
                <p:nvPr/>
              </p:nvGrpSpPr>
              <p:grpSpPr>
                <a:xfrm>
                  <a:off x="2321591" y="2723872"/>
                  <a:ext cx="216104" cy="387559"/>
                  <a:chOff x="2321591" y="2723872"/>
                  <a:chExt cx="216104" cy="387559"/>
                </a:xfrm>
              </p:grpSpPr>
              <p:cxnSp>
                <p:nvCxnSpPr>
                  <p:cNvPr id="1786" name="コネクタ: カギ線 1785">
                    <a:extLst>
                      <a:ext uri="{FF2B5EF4-FFF2-40B4-BE49-F238E27FC236}">
                        <a16:creationId xmlns:a16="http://schemas.microsoft.com/office/drawing/2014/main" id="{31E185B4-F462-5BB1-7643-301CC664A20D}"/>
                      </a:ext>
                    </a:extLst>
                  </p:cNvPr>
                  <p:cNvCxnSpPr>
                    <a:cxnSpLocks/>
                  </p:cNvCxnSpPr>
                  <p:nvPr/>
                </p:nvCxnSpPr>
                <p:spPr>
                  <a:xfrm rot="5400000">
                    <a:off x="2248970" y="282828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0" name="楕円 1799">
                    <a:extLst>
                      <a:ext uri="{FF2B5EF4-FFF2-40B4-BE49-F238E27FC236}">
                        <a16:creationId xmlns:a16="http://schemas.microsoft.com/office/drawing/2014/main" id="{29EF5498-925C-1750-8472-4650C7C43399}"/>
                      </a:ext>
                    </a:extLst>
                  </p:cNvPr>
                  <p:cNvSpPr>
                    <a:spLocks noChangeAspect="1"/>
                  </p:cNvSpPr>
                  <p:nvPr/>
                </p:nvSpPr>
                <p:spPr>
                  <a:xfrm>
                    <a:off x="2501695" y="27238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1" name="楕円 1800">
                    <a:extLst>
                      <a:ext uri="{FF2B5EF4-FFF2-40B4-BE49-F238E27FC236}">
                        <a16:creationId xmlns:a16="http://schemas.microsoft.com/office/drawing/2014/main" id="{7882C51D-1C38-9D21-9E82-307C3CDCE831}"/>
                      </a:ext>
                    </a:extLst>
                  </p:cNvPr>
                  <p:cNvSpPr>
                    <a:spLocks noChangeAspect="1"/>
                  </p:cNvSpPr>
                  <p:nvPr/>
                </p:nvSpPr>
                <p:spPr>
                  <a:xfrm>
                    <a:off x="2321591" y="3075431"/>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41" name="グループ化 1840">
                  <a:extLst>
                    <a:ext uri="{FF2B5EF4-FFF2-40B4-BE49-F238E27FC236}">
                      <a16:creationId xmlns:a16="http://schemas.microsoft.com/office/drawing/2014/main" id="{14EA1111-5078-8A84-9AAB-D8AF7F527348}"/>
                    </a:ext>
                  </a:extLst>
                </p:cNvPr>
                <p:cNvGrpSpPr/>
                <p:nvPr/>
              </p:nvGrpSpPr>
              <p:grpSpPr>
                <a:xfrm>
                  <a:off x="2434856" y="2800275"/>
                  <a:ext cx="381550" cy="214731"/>
                  <a:chOff x="2434856" y="2800275"/>
                  <a:chExt cx="381550" cy="214731"/>
                </a:xfrm>
              </p:grpSpPr>
              <p:cxnSp>
                <p:nvCxnSpPr>
                  <p:cNvPr id="1779" name="コネクタ: カギ線 1778">
                    <a:extLst>
                      <a:ext uri="{FF2B5EF4-FFF2-40B4-BE49-F238E27FC236}">
                        <a16:creationId xmlns:a16="http://schemas.microsoft.com/office/drawing/2014/main" id="{BCED0046-F3B0-B9F0-2824-21BA89B9ACDF}"/>
                      </a:ext>
                    </a:extLst>
                  </p:cNvPr>
                  <p:cNvCxnSpPr>
                    <a:cxnSpLocks/>
                  </p:cNvCxnSpPr>
                  <p:nvPr/>
                </p:nvCxnSpPr>
                <p:spPr>
                  <a:xfrm flipH="1">
                    <a:off x="2447615" y="281745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2" name="楕円 1801">
                    <a:extLst>
                      <a:ext uri="{FF2B5EF4-FFF2-40B4-BE49-F238E27FC236}">
                        <a16:creationId xmlns:a16="http://schemas.microsoft.com/office/drawing/2014/main" id="{A65AEB9D-EDC8-3148-87F3-694613F3B5BB}"/>
                      </a:ext>
                    </a:extLst>
                  </p:cNvPr>
                  <p:cNvSpPr>
                    <a:spLocks noChangeAspect="1"/>
                  </p:cNvSpPr>
                  <p:nvPr/>
                </p:nvSpPr>
                <p:spPr>
                  <a:xfrm>
                    <a:off x="2780406" y="280027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4" name="楕円 1803">
                    <a:extLst>
                      <a:ext uri="{FF2B5EF4-FFF2-40B4-BE49-F238E27FC236}">
                        <a16:creationId xmlns:a16="http://schemas.microsoft.com/office/drawing/2014/main" id="{A0C756F1-EA7B-73CD-6755-53410FD11CCF}"/>
                      </a:ext>
                    </a:extLst>
                  </p:cNvPr>
                  <p:cNvSpPr>
                    <a:spLocks noChangeAspect="1"/>
                  </p:cNvSpPr>
                  <p:nvPr/>
                </p:nvSpPr>
                <p:spPr>
                  <a:xfrm>
                    <a:off x="2434856" y="2979006"/>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2" name="グループ化 1831">
                  <a:extLst>
                    <a:ext uri="{FF2B5EF4-FFF2-40B4-BE49-F238E27FC236}">
                      <a16:creationId xmlns:a16="http://schemas.microsoft.com/office/drawing/2014/main" id="{E7DE0998-3937-CCFA-78CE-AA066A1D0390}"/>
                    </a:ext>
                  </a:extLst>
                </p:cNvPr>
                <p:cNvGrpSpPr/>
                <p:nvPr/>
              </p:nvGrpSpPr>
              <p:grpSpPr>
                <a:xfrm>
                  <a:off x="2266453" y="3038520"/>
                  <a:ext cx="386317" cy="211710"/>
                  <a:chOff x="2266453" y="3038520"/>
                  <a:chExt cx="386317" cy="211710"/>
                </a:xfrm>
              </p:grpSpPr>
              <p:cxnSp>
                <p:nvCxnSpPr>
                  <p:cNvPr id="1784" name="コネクタ: カギ線 1783">
                    <a:extLst>
                      <a:ext uri="{FF2B5EF4-FFF2-40B4-BE49-F238E27FC236}">
                        <a16:creationId xmlns:a16="http://schemas.microsoft.com/office/drawing/2014/main" id="{744CAB52-74BA-EC77-4D92-C3914D45D07F}"/>
                      </a:ext>
                    </a:extLst>
                  </p:cNvPr>
                  <p:cNvCxnSpPr>
                    <a:cxnSpLocks/>
                  </p:cNvCxnSpPr>
                  <p:nvPr/>
                </p:nvCxnSpPr>
                <p:spPr>
                  <a:xfrm flipH="1">
                    <a:off x="2275007" y="305608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5" name="楕円 1804">
                    <a:extLst>
                      <a:ext uri="{FF2B5EF4-FFF2-40B4-BE49-F238E27FC236}">
                        <a16:creationId xmlns:a16="http://schemas.microsoft.com/office/drawing/2014/main" id="{4EB0EBFA-44AB-B2A9-235F-4B7436B6217D}"/>
                      </a:ext>
                    </a:extLst>
                  </p:cNvPr>
                  <p:cNvSpPr>
                    <a:spLocks noChangeAspect="1"/>
                  </p:cNvSpPr>
                  <p:nvPr/>
                </p:nvSpPr>
                <p:spPr>
                  <a:xfrm>
                    <a:off x="2616770" y="303852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06" name="楕円 1805">
                    <a:extLst>
                      <a:ext uri="{FF2B5EF4-FFF2-40B4-BE49-F238E27FC236}">
                        <a16:creationId xmlns:a16="http://schemas.microsoft.com/office/drawing/2014/main" id="{7E953EAE-65C8-EA21-38F3-00CBEBC54EEA}"/>
                      </a:ext>
                    </a:extLst>
                  </p:cNvPr>
                  <p:cNvSpPr>
                    <a:spLocks noChangeAspect="1"/>
                  </p:cNvSpPr>
                  <p:nvPr/>
                </p:nvSpPr>
                <p:spPr>
                  <a:xfrm>
                    <a:off x="2266453" y="321423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3" name="グループ化 1832">
                  <a:extLst>
                    <a:ext uri="{FF2B5EF4-FFF2-40B4-BE49-F238E27FC236}">
                      <a16:creationId xmlns:a16="http://schemas.microsoft.com/office/drawing/2014/main" id="{36320280-A693-4E5C-BDB6-07B95B7A9BB0}"/>
                    </a:ext>
                  </a:extLst>
                </p:cNvPr>
                <p:cNvGrpSpPr/>
                <p:nvPr/>
              </p:nvGrpSpPr>
              <p:grpSpPr>
                <a:xfrm>
                  <a:off x="2484438" y="2951203"/>
                  <a:ext cx="394651" cy="213342"/>
                  <a:chOff x="2484438" y="2951203"/>
                  <a:chExt cx="394651" cy="213342"/>
                </a:xfrm>
              </p:grpSpPr>
              <p:cxnSp>
                <p:nvCxnSpPr>
                  <p:cNvPr id="1788" name="コネクタ: カギ線 1787">
                    <a:extLst>
                      <a:ext uri="{FF2B5EF4-FFF2-40B4-BE49-F238E27FC236}">
                        <a16:creationId xmlns:a16="http://schemas.microsoft.com/office/drawing/2014/main" id="{72D31036-D1E1-61C8-5E86-03EDBCD23F08}"/>
                      </a:ext>
                    </a:extLst>
                  </p:cNvPr>
                  <p:cNvCxnSpPr>
                    <a:cxnSpLocks/>
                  </p:cNvCxnSpPr>
                  <p:nvPr/>
                </p:nvCxnSpPr>
                <p:spPr>
                  <a:xfrm flipH="1">
                    <a:off x="2500684" y="2965114"/>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9" name="楕円 1808">
                    <a:extLst>
                      <a:ext uri="{FF2B5EF4-FFF2-40B4-BE49-F238E27FC236}">
                        <a16:creationId xmlns:a16="http://schemas.microsoft.com/office/drawing/2014/main" id="{02223AB8-99A7-6273-3B06-08F5ED625E25}"/>
                      </a:ext>
                    </a:extLst>
                  </p:cNvPr>
                  <p:cNvSpPr>
                    <a:spLocks noChangeAspect="1"/>
                  </p:cNvSpPr>
                  <p:nvPr/>
                </p:nvSpPr>
                <p:spPr>
                  <a:xfrm>
                    <a:off x="2484438" y="312854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0" name="楕円 1809">
                    <a:extLst>
                      <a:ext uri="{FF2B5EF4-FFF2-40B4-BE49-F238E27FC236}">
                        <a16:creationId xmlns:a16="http://schemas.microsoft.com/office/drawing/2014/main" id="{5DC82022-EFCB-17A1-5B6A-26AC0AA99589}"/>
                      </a:ext>
                    </a:extLst>
                  </p:cNvPr>
                  <p:cNvSpPr>
                    <a:spLocks noChangeAspect="1"/>
                  </p:cNvSpPr>
                  <p:nvPr/>
                </p:nvSpPr>
                <p:spPr>
                  <a:xfrm>
                    <a:off x="2843089" y="2951203"/>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4" name="グループ化 1833">
                  <a:extLst>
                    <a:ext uri="{FF2B5EF4-FFF2-40B4-BE49-F238E27FC236}">
                      <a16:creationId xmlns:a16="http://schemas.microsoft.com/office/drawing/2014/main" id="{0B4AB572-D920-2914-371A-31BE6B04C708}"/>
                    </a:ext>
                  </a:extLst>
                </p:cNvPr>
                <p:cNvGrpSpPr/>
                <p:nvPr/>
              </p:nvGrpSpPr>
              <p:grpSpPr>
                <a:xfrm>
                  <a:off x="2717949" y="3006457"/>
                  <a:ext cx="386163" cy="217860"/>
                  <a:chOff x="2717949" y="3006457"/>
                  <a:chExt cx="386163" cy="217860"/>
                </a:xfrm>
              </p:grpSpPr>
              <p:cxnSp>
                <p:nvCxnSpPr>
                  <p:cNvPr id="1790" name="コネクタ: カギ線 1789">
                    <a:extLst>
                      <a:ext uri="{FF2B5EF4-FFF2-40B4-BE49-F238E27FC236}">
                        <a16:creationId xmlns:a16="http://schemas.microsoft.com/office/drawing/2014/main" id="{C67E2F90-3F68-78C7-73B8-7013E144F931}"/>
                      </a:ext>
                    </a:extLst>
                  </p:cNvPr>
                  <p:cNvCxnSpPr>
                    <a:cxnSpLocks/>
                  </p:cNvCxnSpPr>
                  <p:nvPr/>
                </p:nvCxnSpPr>
                <p:spPr>
                  <a:xfrm>
                    <a:off x="2729870" y="302497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1" name="楕円 1810">
                    <a:extLst>
                      <a:ext uri="{FF2B5EF4-FFF2-40B4-BE49-F238E27FC236}">
                        <a16:creationId xmlns:a16="http://schemas.microsoft.com/office/drawing/2014/main" id="{AE69FFB0-AE66-B181-D34D-9DC9F424BF4A}"/>
                      </a:ext>
                    </a:extLst>
                  </p:cNvPr>
                  <p:cNvSpPr>
                    <a:spLocks noChangeAspect="1"/>
                  </p:cNvSpPr>
                  <p:nvPr/>
                </p:nvSpPr>
                <p:spPr>
                  <a:xfrm>
                    <a:off x="2717949" y="300645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2" name="楕円 1811">
                    <a:extLst>
                      <a:ext uri="{FF2B5EF4-FFF2-40B4-BE49-F238E27FC236}">
                        <a16:creationId xmlns:a16="http://schemas.microsoft.com/office/drawing/2014/main" id="{D5250840-CBD5-569B-9B8E-45FDAFCA88DE}"/>
                      </a:ext>
                    </a:extLst>
                  </p:cNvPr>
                  <p:cNvSpPr>
                    <a:spLocks noChangeAspect="1"/>
                  </p:cNvSpPr>
                  <p:nvPr/>
                </p:nvSpPr>
                <p:spPr>
                  <a:xfrm>
                    <a:off x="3068112" y="318831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7" name="グループ化 1836">
                  <a:extLst>
                    <a:ext uri="{FF2B5EF4-FFF2-40B4-BE49-F238E27FC236}">
                      <a16:creationId xmlns:a16="http://schemas.microsoft.com/office/drawing/2014/main" id="{BC28204E-4E96-021B-EADF-3DD55656F0E3}"/>
                    </a:ext>
                  </a:extLst>
                </p:cNvPr>
                <p:cNvGrpSpPr/>
                <p:nvPr/>
              </p:nvGrpSpPr>
              <p:grpSpPr>
                <a:xfrm>
                  <a:off x="2918955" y="2459958"/>
                  <a:ext cx="214616" cy="381429"/>
                  <a:chOff x="2918955" y="2459958"/>
                  <a:chExt cx="214616" cy="381429"/>
                </a:xfrm>
              </p:grpSpPr>
              <p:cxnSp>
                <p:nvCxnSpPr>
                  <p:cNvPr id="1797" name="コネクタ: カギ線 1796">
                    <a:extLst>
                      <a:ext uri="{FF2B5EF4-FFF2-40B4-BE49-F238E27FC236}">
                        <a16:creationId xmlns:a16="http://schemas.microsoft.com/office/drawing/2014/main" id="{A03FFB0A-CCBA-00F4-BE69-EAE3BE40298A}"/>
                      </a:ext>
                    </a:extLst>
                  </p:cNvPr>
                  <p:cNvCxnSpPr>
                    <a:cxnSpLocks/>
                  </p:cNvCxnSpPr>
                  <p:nvPr/>
                </p:nvCxnSpPr>
                <p:spPr>
                  <a:xfrm rot="5400000">
                    <a:off x="2846327" y="2561865"/>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5" name="楕円 1814">
                    <a:extLst>
                      <a:ext uri="{FF2B5EF4-FFF2-40B4-BE49-F238E27FC236}">
                        <a16:creationId xmlns:a16="http://schemas.microsoft.com/office/drawing/2014/main" id="{EC757482-6744-24D6-C71A-9BE1D78218A6}"/>
                      </a:ext>
                    </a:extLst>
                  </p:cNvPr>
                  <p:cNvSpPr>
                    <a:spLocks noChangeAspect="1"/>
                  </p:cNvSpPr>
                  <p:nvPr/>
                </p:nvSpPr>
                <p:spPr>
                  <a:xfrm>
                    <a:off x="2918955" y="2805387"/>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6" name="楕円 1815">
                    <a:extLst>
                      <a:ext uri="{FF2B5EF4-FFF2-40B4-BE49-F238E27FC236}">
                        <a16:creationId xmlns:a16="http://schemas.microsoft.com/office/drawing/2014/main" id="{8A1333F5-C7AA-6FE8-94A3-7ADD570C1FB4}"/>
                      </a:ext>
                    </a:extLst>
                  </p:cNvPr>
                  <p:cNvSpPr>
                    <a:spLocks noChangeAspect="1"/>
                  </p:cNvSpPr>
                  <p:nvPr/>
                </p:nvSpPr>
                <p:spPr>
                  <a:xfrm>
                    <a:off x="3097571" y="245995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6" name="グループ化 1835">
                  <a:extLst>
                    <a:ext uri="{FF2B5EF4-FFF2-40B4-BE49-F238E27FC236}">
                      <a16:creationId xmlns:a16="http://schemas.microsoft.com/office/drawing/2014/main" id="{F81F5B8B-6E20-9293-1067-68C87DCCF17B}"/>
                    </a:ext>
                  </a:extLst>
                </p:cNvPr>
                <p:cNvGrpSpPr/>
                <p:nvPr/>
              </p:nvGrpSpPr>
              <p:grpSpPr>
                <a:xfrm>
                  <a:off x="2679531" y="2547672"/>
                  <a:ext cx="560294" cy="381514"/>
                  <a:chOff x="2679531" y="2547672"/>
                  <a:chExt cx="560294" cy="381514"/>
                </a:xfrm>
              </p:grpSpPr>
              <p:cxnSp>
                <p:nvCxnSpPr>
                  <p:cNvPr id="1782" name="コネクタ: カギ線 1781">
                    <a:extLst>
                      <a:ext uri="{FF2B5EF4-FFF2-40B4-BE49-F238E27FC236}">
                        <a16:creationId xmlns:a16="http://schemas.microsoft.com/office/drawing/2014/main" id="{16234A24-758E-796E-95CD-94C8AB431A3F}"/>
                      </a:ext>
                    </a:extLst>
                  </p:cNvPr>
                  <p:cNvCxnSpPr>
                    <a:cxnSpLocks/>
                  </p:cNvCxnSpPr>
                  <p:nvPr/>
                </p:nvCxnSpPr>
                <p:spPr>
                  <a:xfrm rot="5400000">
                    <a:off x="2952516" y="265918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783" name="コネクタ: カギ線 1782">
                    <a:extLst>
                      <a:ext uri="{FF2B5EF4-FFF2-40B4-BE49-F238E27FC236}">
                        <a16:creationId xmlns:a16="http://schemas.microsoft.com/office/drawing/2014/main" id="{F8022671-2C63-783B-91C1-EE265A386E74}"/>
                      </a:ext>
                    </a:extLst>
                  </p:cNvPr>
                  <p:cNvCxnSpPr>
                    <a:cxnSpLocks/>
                  </p:cNvCxnSpPr>
                  <p:nvPr/>
                </p:nvCxnSpPr>
                <p:spPr>
                  <a:xfrm>
                    <a:off x="2688051" y="274172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3" name="楕円 1802">
                    <a:extLst>
                      <a:ext uri="{FF2B5EF4-FFF2-40B4-BE49-F238E27FC236}">
                        <a16:creationId xmlns:a16="http://schemas.microsoft.com/office/drawing/2014/main" id="{67CEE045-855A-4F9B-ECB3-E1502C0DA0E5}"/>
                      </a:ext>
                    </a:extLst>
                  </p:cNvPr>
                  <p:cNvSpPr>
                    <a:spLocks noChangeAspect="1"/>
                  </p:cNvSpPr>
                  <p:nvPr/>
                </p:nvSpPr>
                <p:spPr>
                  <a:xfrm>
                    <a:off x="2679531" y="2724655"/>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7" name="楕円 1816">
                    <a:extLst>
                      <a:ext uri="{FF2B5EF4-FFF2-40B4-BE49-F238E27FC236}">
                        <a16:creationId xmlns:a16="http://schemas.microsoft.com/office/drawing/2014/main" id="{0222256C-B353-DD0D-F534-746D07481B47}"/>
                      </a:ext>
                    </a:extLst>
                  </p:cNvPr>
                  <p:cNvSpPr>
                    <a:spLocks noChangeAspect="1"/>
                  </p:cNvSpPr>
                  <p:nvPr/>
                </p:nvSpPr>
                <p:spPr>
                  <a:xfrm>
                    <a:off x="3203825" y="25476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8" name="グループ化 1827">
                  <a:extLst>
                    <a:ext uri="{FF2B5EF4-FFF2-40B4-BE49-F238E27FC236}">
                      <a16:creationId xmlns:a16="http://schemas.microsoft.com/office/drawing/2014/main" id="{0996B17D-EAD1-2A4D-A9EF-6BECDD43CF36}"/>
                    </a:ext>
                  </a:extLst>
                </p:cNvPr>
                <p:cNvGrpSpPr/>
                <p:nvPr/>
              </p:nvGrpSpPr>
              <p:grpSpPr>
                <a:xfrm>
                  <a:off x="2556695" y="3263799"/>
                  <a:ext cx="378012" cy="212217"/>
                  <a:chOff x="2556695" y="3263799"/>
                  <a:chExt cx="378012" cy="212217"/>
                </a:xfrm>
              </p:grpSpPr>
              <p:cxnSp>
                <p:nvCxnSpPr>
                  <p:cNvPr id="1787" name="コネクタ: カギ線 1786">
                    <a:extLst>
                      <a:ext uri="{FF2B5EF4-FFF2-40B4-BE49-F238E27FC236}">
                        <a16:creationId xmlns:a16="http://schemas.microsoft.com/office/drawing/2014/main" id="{61DBC523-E843-F38A-D79E-325841BF3587}"/>
                      </a:ext>
                    </a:extLst>
                  </p:cNvPr>
                  <p:cNvCxnSpPr>
                    <a:cxnSpLocks/>
                  </p:cNvCxnSpPr>
                  <p:nvPr/>
                </p:nvCxnSpPr>
                <p:spPr>
                  <a:xfrm>
                    <a:off x="2556705" y="3279474"/>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9" name="楕円 1818">
                    <a:extLst>
                      <a:ext uri="{FF2B5EF4-FFF2-40B4-BE49-F238E27FC236}">
                        <a16:creationId xmlns:a16="http://schemas.microsoft.com/office/drawing/2014/main" id="{C219BF04-D5B4-D2E7-1E09-453649D062A9}"/>
                      </a:ext>
                    </a:extLst>
                  </p:cNvPr>
                  <p:cNvSpPr>
                    <a:spLocks noChangeAspect="1"/>
                  </p:cNvSpPr>
                  <p:nvPr/>
                </p:nvSpPr>
                <p:spPr>
                  <a:xfrm>
                    <a:off x="2898707" y="3440016"/>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0" name="楕円 1819">
                    <a:extLst>
                      <a:ext uri="{FF2B5EF4-FFF2-40B4-BE49-F238E27FC236}">
                        <a16:creationId xmlns:a16="http://schemas.microsoft.com/office/drawing/2014/main" id="{52833B50-2AB0-3F97-F7BD-E471540044AA}"/>
                      </a:ext>
                    </a:extLst>
                  </p:cNvPr>
                  <p:cNvSpPr>
                    <a:spLocks noChangeAspect="1"/>
                  </p:cNvSpPr>
                  <p:nvPr/>
                </p:nvSpPr>
                <p:spPr>
                  <a:xfrm>
                    <a:off x="2556695" y="326379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8" name="グループ化 1837">
                  <a:extLst>
                    <a:ext uri="{FF2B5EF4-FFF2-40B4-BE49-F238E27FC236}">
                      <a16:creationId xmlns:a16="http://schemas.microsoft.com/office/drawing/2014/main" id="{767ED811-6C64-62CA-7534-CDDEB6B198BC}"/>
                    </a:ext>
                  </a:extLst>
                </p:cNvPr>
                <p:cNvGrpSpPr/>
                <p:nvPr/>
              </p:nvGrpSpPr>
              <p:grpSpPr>
                <a:xfrm>
                  <a:off x="2252503" y="3290339"/>
                  <a:ext cx="394771" cy="214135"/>
                  <a:chOff x="2252503" y="3290339"/>
                  <a:chExt cx="394771" cy="214135"/>
                </a:xfrm>
              </p:grpSpPr>
              <p:cxnSp>
                <p:nvCxnSpPr>
                  <p:cNvPr id="1780" name="コネクタ: カギ線 1779">
                    <a:extLst>
                      <a:ext uri="{FF2B5EF4-FFF2-40B4-BE49-F238E27FC236}">
                        <a16:creationId xmlns:a16="http://schemas.microsoft.com/office/drawing/2014/main" id="{101EEBE2-7D91-D764-E651-BAAD1740466E}"/>
                      </a:ext>
                    </a:extLst>
                  </p:cNvPr>
                  <p:cNvCxnSpPr>
                    <a:cxnSpLocks/>
                  </p:cNvCxnSpPr>
                  <p:nvPr/>
                </p:nvCxnSpPr>
                <p:spPr>
                  <a:xfrm>
                    <a:off x="2270705" y="330718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7" name="楕円 1806">
                    <a:extLst>
                      <a:ext uri="{FF2B5EF4-FFF2-40B4-BE49-F238E27FC236}">
                        <a16:creationId xmlns:a16="http://schemas.microsoft.com/office/drawing/2014/main" id="{78F0BAFE-F592-95D5-DADC-DD0D25B505FA}"/>
                      </a:ext>
                    </a:extLst>
                  </p:cNvPr>
                  <p:cNvSpPr>
                    <a:spLocks noChangeAspect="1"/>
                  </p:cNvSpPr>
                  <p:nvPr/>
                </p:nvSpPr>
                <p:spPr>
                  <a:xfrm>
                    <a:off x="2252503" y="329033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18" name="楕円 1817">
                    <a:extLst>
                      <a:ext uri="{FF2B5EF4-FFF2-40B4-BE49-F238E27FC236}">
                        <a16:creationId xmlns:a16="http://schemas.microsoft.com/office/drawing/2014/main" id="{48B3A520-D851-C42B-326D-8F0A8C553765}"/>
                      </a:ext>
                    </a:extLst>
                  </p:cNvPr>
                  <p:cNvSpPr>
                    <a:spLocks noChangeAspect="1"/>
                  </p:cNvSpPr>
                  <p:nvPr/>
                </p:nvSpPr>
                <p:spPr>
                  <a:xfrm>
                    <a:off x="2611274" y="346847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9" name="グループ化 1828">
                  <a:extLst>
                    <a:ext uri="{FF2B5EF4-FFF2-40B4-BE49-F238E27FC236}">
                      <a16:creationId xmlns:a16="http://schemas.microsoft.com/office/drawing/2014/main" id="{A9702FD6-AE9F-F9F9-53E0-8378674A65C9}"/>
                    </a:ext>
                  </a:extLst>
                </p:cNvPr>
                <p:cNvGrpSpPr/>
                <p:nvPr/>
              </p:nvGrpSpPr>
              <p:grpSpPr>
                <a:xfrm>
                  <a:off x="2489204" y="3190829"/>
                  <a:ext cx="211493" cy="382891"/>
                  <a:chOff x="2489204" y="3190829"/>
                  <a:chExt cx="211493" cy="382891"/>
                </a:xfrm>
              </p:grpSpPr>
              <p:cxnSp>
                <p:nvCxnSpPr>
                  <p:cNvPr id="1785" name="コネクタ: カギ線 1784">
                    <a:extLst>
                      <a:ext uri="{FF2B5EF4-FFF2-40B4-BE49-F238E27FC236}">
                        <a16:creationId xmlns:a16="http://schemas.microsoft.com/office/drawing/2014/main" id="{44A652F3-F95F-C5DF-9C40-3230D935043F}"/>
                      </a:ext>
                    </a:extLst>
                  </p:cNvPr>
                  <p:cNvCxnSpPr>
                    <a:cxnSpLocks/>
                  </p:cNvCxnSpPr>
                  <p:nvPr/>
                </p:nvCxnSpPr>
                <p:spPr>
                  <a:xfrm rot="16200000" flipH="1">
                    <a:off x="2412695" y="3295449"/>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08" name="楕円 1807">
                    <a:extLst>
                      <a:ext uri="{FF2B5EF4-FFF2-40B4-BE49-F238E27FC236}">
                        <a16:creationId xmlns:a16="http://schemas.microsoft.com/office/drawing/2014/main" id="{97FB8B89-F84D-973C-0C12-5139A7B4072B}"/>
                      </a:ext>
                    </a:extLst>
                  </p:cNvPr>
                  <p:cNvSpPr>
                    <a:spLocks noChangeAspect="1"/>
                  </p:cNvSpPr>
                  <p:nvPr/>
                </p:nvSpPr>
                <p:spPr>
                  <a:xfrm>
                    <a:off x="2489204" y="3190829"/>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1" name="楕円 1820">
                    <a:extLst>
                      <a:ext uri="{FF2B5EF4-FFF2-40B4-BE49-F238E27FC236}">
                        <a16:creationId xmlns:a16="http://schemas.microsoft.com/office/drawing/2014/main" id="{5049EAD7-BD74-10C9-E6AE-7E5043C5B75A}"/>
                      </a:ext>
                    </a:extLst>
                  </p:cNvPr>
                  <p:cNvSpPr>
                    <a:spLocks noChangeAspect="1"/>
                  </p:cNvSpPr>
                  <p:nvPr/>
                </p:nvSpPr>
                <p:spPr>
                  <a:xfrm>
                    <a:off x="2664697" y="3537720"/>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6" name="グループ化 1825">
                  <a:extLst>
                    <a:ext uri="{FF2B5EF4-FFF2-40B4-BE49-F238E27FC236}">
                      <a16:creationId xmlns:a16="http://schemas.microsoft.com/office/drawing/2014/main" id="{CEAFB1A2-B512-34A1-6D1C-D4DF8C4D3E47}"/>
                    </a:ext>
                  </a:extLst>
                </p:cNvPr>
                <p:cNvGrpSpPr/>
                <p:nvPr/>
              </p:nvGrpSpPr>
              <p:grpSpPr>
                <a:xfrm>
                  <a:off x="2881072" y="3320318"/>
                  <a:ext cx="387311" cy="217020"/>
                  <a:chOff x="2881072" y="3320318"/>
                  <a:chExt cx="387311" cy="217020"/>
                </a:xfrm>
              </p:grpSpPr>
              <p:cxnSp>
                <p:nvCxnSpPr>
                  <p:cNvPr id="1792" name="コネクタ: カギ線 1791">
                    <a:extLst>
                      <a:ext uri="{FF2B5EF4-FFF2-40B4-BE49-F238E27FC236}">
                        <a16:creationId xmlns:a16="http://schemas.microsoft.com/office/drawing/2014/main" id="{469D18AF-F658-4651-4842-2E210A67E08D}"/>
                      </a:ext>
                    </a:extLst>
                  </p:cNvPr>
                  <p:cNvCxnSpPr>
                    <a:cxnSpLocks/>
                  </p:cNvCxnSpPr>
                  <p:nvPr/>
                </p:nvCxnSpPr>
                <p:spPr>
                  <a:xfrm flipH="1">
                    <a:off x="2893213" y="3339337"/>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22" name="楕円 1821">
                    <a:extLst>
                      <a:ext uri="{FF2B5EF4-FFF2-40B4-BE49-F238E27FC236}">
                        <a16:creationId xmlns:a16="http://schemas.microsoft.com/office/drawing/2014/main" id="{96B3D53A-FF04-E0EB-31CF-40F9AA9EA283}"/>
                      </a:ext>
                    </a:extLst>
                  </p:cNvPr>
                  <p:cNvSpPr>
                    <a:spLocks noChangeAspect="1"/>
                  </p:cNvSpPr>
                  <p:nvPr/>
                </p:nvSpPr>
                <p:spPr>
                  <a:xfrm>
                    <a:off x="2881072" y="350133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3" name="楕円 1822">
                    <a:extLst>
                      <a:ext uri="{FF2B5EF4-FFF2-40B4-BE49-F238E27FC236}">
                        <a16:creationId xmlns:a16="http://schemas.microsoft.com/office/drawing/2014/main" id="{D3DFE64F-F015-9016-39C5-8033BA537714}"/>
                      </a:ext>
                    </a:extLst>
                  </p:cNvPr>
                  <p:cNvSpPr>
                    <a:spLocks noChangeAspect="1"/>
                  </p:cNvSpPr>
                  <p:nvPr/>
                </p:nvSpPr>
                <p:spPr>
                  <a:xfrm>
                    <a:off x="3232383" y="332031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27" name="グループ化 1826">
                  <a:extLst>
                    <a:ext uri="{FF2B5EF4-FFF2-40B4-BE49-F238E27FC236}">
                      <a16:creationId xmlns:a16="http://schemas.microsoft.com/office/drawing/2014/main" id="{A577215C-EA85-D280-89B5-F3F50B01E3BB}"/>
                    </a:ext>
                  </a:extLst>
                </p:cNvPr>
                <p:cNvGrpSpPr/>
                <p:nvPr/>
              </p:nvGrpSpPr>
              <p:grpSpPr>
                <a:xfrm>
                  <a:off x="2947430" y="3064508"/>
                  <a:ext cx="216345" cy="382936"/>
                  <a:chOff x="2947430" y="3064508"/>
                  <a:chExt cx="216345" cy="382936"/>
                </a:xfrm>
              </p:grpSpPr>
              <p:cxnSp>
                <p:nvCxnSpPr>
                  <p:cNvPr id="1789" name="コネクタ: カギ線 1788">
                    <a:extLst>
                      <a:ext uri="{FF2B5EF4-FFF2-40B4-BE49-F238E27FC236}">
                        <a16:creationId xmlns:a16="http://schemas.microsoft.com/office/drawing/2014/main" id="{40C95133-470F-C8A2-3266-9653E349C75F}"/>
                      </a:ext>
                    </a:extLst>
                  </p:cNvPr>
                  <p:cNvCxnSpPr>
                    <a:cxnSpLocks/>
                  </p:cNvCxnSpPr>
                  <p:nvPr/>
                </p:nvCxnSpPr>
                <p:spPr>
                  <a:xfrm rot="5400000">
                    <a:off x="2872276" y="3170016"/>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4" name="楕円 1813">
                    <a:extLst>
                      <a:ext uri="{FF2B5EF4-FFF2-40B4-BE49-F238E27FC236}">
                        <a16:creationId xmlns:a16="http://schemas.microsoft.com/office/drawing/2014/main" id="{38976EAD-92A1-B7B6-1374-2084046B3CE6}"/>
                      </a:ext>
                    </a:extLst>
                  </p:cNvPr>
                  <p:cNvSpPr>
                    <a:spLocks noChangeAspect="1"/>
                  </p:cNvSpPr>
                  <p:nvPr/>
                </p:nvSpPr>
                <p:spPr>
                  <a:xfrm>
                    <a:off x="3127775" y="3064508"/>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4" name="楕円 1823">
                    <a:extLst>
                      <a:ext uri="{FF2B5EF4-FFF2-40B4-BE49-F238E27FC236}">
                        <a16:creationId xmlns:a16="http://schemas.microsoft.com/office/drawing/2014/main" id="{33F8BADB-B5F2-C3B4-A185-419FC3F62DED}"/>
                      </a:ext>
                    </a:extLst>
                  </p:cNvPr>
                  <p:cNvSpPr>
                    <a:spLocks noChangeAspect="1"/>
                  </p:cNvSpPr>
                  <p:nvPr/>
                </p:nvSpPr>
                <p:spPr>
                  <a:xfrm>
                    <a:off x="2947430" y="3411444"/>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835" name="グループ化 1834">
                  <a:extLst>
                    <a:ext uri="{FF2B5EF4-FFF2-40B4-BE49-F238E27FC236}">
                      <a16:creationId xmlns:a16="http://schemas.microsoft.com/office/drawing/2014/main" id="{EA3C06DC-60F0-94B1-3ABA-3D06C230D340}"/>
                    </a:ext>
                  </a:extLst>
                </p:cNvPr>
                <p:cNvGrpSpPr/>
                <p:nvPr/>
              </p:nvGrpSpPr>
              <p:grpSpPr>
                <a:xfrm>
                  <a:off x="3077497" y="2741872"/>
                  <a:ext cx="215326" cy="399410"/>
                  <a:chOff x="3077497" y="2741872"/>
                  <a:chExt cx="215326" cy="399410"/>
                </a:xfrm>
              </p:grpSpPr>
              <p:cxnSp>
                <p:nvCxnSpPr>
                  <p:cNvPr id="1793" name="コネクタ: カギ線 1792">
                    <a:extLst>
                      <a:ext uri="{FF2B5EF4-FFF2-40B4-BE49-F238E27FC236}">
                        <a16:creationId xmlns:a16="http://schemas.microsoft.com/office/drawing/2014/main" id="{B58F0DB2-8D1E-506F-B35C-C275325D0F73}"/>
                      </a:ext>
                    </a:extLst>
                  </p:cNvPr>
                  <p:cNvCxnSpPr>
                    <a:cxnSpLocks/>
                  </p:cNvCxnSpPr>
                  <p:nvPr/>
                </p:nvCxnSpPr>
                <p:spPr>
                  <a:xfrm rot="5400000">
                    <a:off x="3004821" y="2850245"/>
                    <a:ext cx="360000" cy="180000"/>
                  </a:xfrm>
                  <a:prstGeom prst="bentConnector3">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813" name="楕円 1812">
                    <a:extLst>
                      <a:ext uri="{FF2B5EF4-FFF2-40B4-BE49-F238E27FC236}">
                        <a16:creationId xmlns:a16="http://schemas.microsoft.com/office/drawing/2014/main" id="{68E04F39-5491-3DCC-762D-E4B1F0B1F7D9}"/>
                      </a:ext>
                    </a:extLst>
                  </p:cNvPr>
                  <p:cNvSpPr>
                    <a:spLocks noChangeAspect="1"/>
                  </p:cNvSpPr>
                  <p:nvPr/>
                </p:nvSpPr>
                <p:spPr>
                  <a:xfrm>
                    <a:off x="3077497" y="310528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25" name="楕円 1824">
                    <a:extLst>
                      <a:ext uri="{FF2B5EF4-FFF2-40B4-BE49-F238E27FC236}">
                        <a16:creationId xmlns:a16="http://schemas.microsoft.com/office/drawing/2014/main" id="{2E930C05-79B7-2791-7B37-6C8FC2C50B2A}"/>
                      </a:ext>
                    </a:extLst>
                  </p:cNvPr>
                  <p:cNvSpPr>
                    <a:spLocks noChangeAspect="1"/>
                  </p:cNvSpPr>
                  <p:nvPr/>
                </p:nvSpPr>
                <p:spPr>
                  <a:xfrm>
                    <a:off x="3256823" y="2741872"/>
                    <a:ext cx="36000" cy="36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grpSp>
      </p:grpSp>
      <p:sp>
        <p:nvSpPr>
          <p:cNvPr id="15" name="テキスト ボックス 14">
            <a:extLst>
              <a:ext uri="{FF2B5EF4-FFF2-40B4-BE49-F238E27FC236}">
                <a16:creationId xmlns:a16="http://schemas.microsoft.com/office/drawing/2014/main" id="{4BA6B54B-1BC9-F5EF-0082-A436E05E386D}"/>
              </a:ext>
            </a:extLst>
          </p:cNvPr>
          <p:cNvSpPr txBox="1">
            <a:spLocks noGrp="1" noRot="1" noMove="1" noResize="1" noEditPoints="1" noAdjustHandles="1" noChangeArrowheads="1" noChangeShapeType="1"/>
          </p:cNvSpPr>
          <p:nvPr/>
        </p:nvSpPr>
        <p:spPr>
          <a:xfrm>
            <a:off x="6511348" y="252938"/>
            <a:ext cx="4269517" cy="1692771"/>
          </a:xfrm>
          <a:prstGeom prst="rect">
            <a:avLst/>
          </a:prstGeom>
          <a:noFill/>
        </p:spPr>
        <p:txBody>
          <a:bodyPr wrap="square" rtlCol="0">
            <a:spAutoFit/>
          </a:bodyPr>
          <a:lstStyle/>
          <a:p>
            <a:r>
              <a:rPr lang="ja-JP" altLang="en-US" sz="3200" dirty="0">
                <a:solidFill>
                  <a:srgbClr val="4925FF"/>
                </a:solidFill>
                <a:latin typeface="ＭＳ ゴシック" panose="020B0609070205080204" pitchFamily="49" charset="-128"/>
                <a:ea typeface="ＭＳ ゴシック" panose="020B0609070205080204" pitchFamily="49" charset="-128"/>
              </a:rPr>
              <a:t>・作図</a:t>
            </a:r>
            <a:endParaRPr lang="en-US" altLang="ja-JP" sz="3200" dirty="0">
              <a:solidFill>
                <a:srgbClr val="4925FF"/>
              </a:solidFill>
              <a:latin typeface="ＭＳ ゴシック" panose="020B0609070205080204" pitchFamily="49" charset="-128"/>
              <a:ea typeface="ＭＳ ゴシック" panose="020B0609070205080204" pitchFamily="49" charset="-128"/>
            </a:endParaRPr>
          </a:p>
          <a:p>
            <a:r>
              <a:rPr lang="ja-JP" altLang="en-US" sz="3200" dirty="0">
                <a:solidFill>
                  <a:srgbClr val="4925FF"/>
                </a:solidFill>
                <a:latin typeface="ＭＳ ゴシック" panose="020B0609070205080204" pitchFamily="49" charset="-128"/>
                <a:ea typeface="ＭＳ ゴシック" panose="020B0609070205080204" pitchFamily="49" charset="-128"/>
              </a:rPr>
              <a:t>・ハンダ作業</a:t>
            </a:r>
            <a:endParaRPr lang="en-US" altLang="ja-JP" sz="3200" dirty="0">
              <a:solidFill>
                <a:srgbClr val="4925FF"/>
              </a:solidFill>
              <a:latin typeface="ＭＳ ゴシック" panose="020B0609070205080204" pitchFamily="49" charset="-128"/>
              <a:ea typeface="ＭＳ ゴシック" panose="020B0609070205080204" pitchFamily="49" charset="-128"/>
            </a:endParaRPr>
          </a:p>
          <a:p>
            <a:r>
              <a:rPr lang="ja-JP" altLang="en-US" sz="4000" dirty="0">
                <a:solidFill>
                  <a:srgbClr val="17008C"/>
                </a:solidFill>
                <a:latin typeface="ＭＳ ゴシック" panose="020B0609070205080204" pitchFamily="49" charset="-128"/>
                <a:ea typeface="ＭＳ ゴシック" panose="020B0609070205080204" pitchFamily="49" charset="-128"/>
              </a:rPr>
              <a:t>・プログラミング</a:t>
            </a:r>
            <a:endParaRPr lang="en-US" altLang="ja-JP" sz="4000" dirty="0">
              <a:solidFill>
                <a:srgbClr val="17008C"/>
              </a:solidFill>
              <a:latin typeface="ＭＳ ゴシック" panose="020B0609070205080204" pitchFamily="49" charset="-128"/>
              <a:ea typeface="ＭＳ ゴシック" panose="020B0609070205080204" pitchFamily="49" charset="-128"/>
            </a:endParaRPr>
          </a:p>
        </p:txBody>
      </p:sp>
      <p:sp>
        <p:nvSpPr>
          <p:cNvPr id="2" name="テキスト ボックス 1">
            <a:extLst>
              <a:ext uri="{FF2B5EF4-FFF2-40B4-BE49-F238E27FC236}">
                <a16:creationId xmlns:a16="http://schemas.microsoft.com/office/drawing/2014/main" id="{E4892967-8DB2-5411-C0C1-696368C3CFFE}"/>
              </a:ext>
            </a:extLst>
          </p:cNvPr>
          <p:cNvSpPr txBox="1">
            <a:spLocks/>
          </p:cNvSpPr>
          <p:nvPr/>
        </p:nvSpPr>
        <p:spPr>
          <a:xfrm>
            <a:off x="6336000" y="1257416"/>
            <a:ext cx="441146" cy="707886"/>
          </a:xfrm>
          <a:prstGeom prst="rect">
            <a:avLst/>
          </a:prstGeom>
          <a:noFill/>
        </p:spPr>
        <p:txBody>
          <a:bodyPr wrap="none" rtlCol="0">
            <a:spAutoFit/>
          </a:bodyPr>
          <a:lstStyle/>
          <a:p>
            <a:r>
              <a:rPr lang="en-US" altLang="ja-JP" sz="4000" dirty="0">
                <a:solidFill>
                  <a:srgbClr val="17008C"/>
                </a:solidFill>
                <a:latin typeface="ＭＳ ゴシック" panose="020B0609070205080204" pitchFamily="49" charset="-128"/>
                <a:ea typeface="ＭＳ ゴシック" panose="020B0609070205080204" pitchFamily="49" charset="-128"/>
              </a:rPr>
              <a:t>&gt;</a:t>
            </a:r>
          </a:p>
        </p:txBody>
      </p:sp>
      <p:sp>
        <p:nvSpPr>
          <p:cNvPr id="13" name="テキスト ボックス 12">
            <a:extLst>
              <a:ext uri="{FF2B5EF4-FFF2-40B4-BE49-F238E27FC236}">
                <a16:creationId xmlns:a16="http://schemas.microsoft.com/office/drawing/2014/main" id="{B4C84E88-697A-1AE5-BBD2-0499BCB67901}"/>
              </a:ext>
            </a:extLst>
          </p:cNvPr>
          <p:cNvSpPr txBox="1">
            <a:spLocks/>
          </p:cNvSpPr>
          <p:nvPr/>
        </p:nvSpPr>
        <p:spPr>
          <a:xfrm>
            <a:off x="3515996" y="2032921"/>
            <a:ext cx="4288353" cy="584775"/>
          </a:xfrm>
          <a:prstGeom prst="rect">
            <a:avLst/>
          </a:prstGeom>
          <a:noFill/>
        </p:spPr>
        <p:txBody>
          <a:bodyPr wrap="none" rtlCol="0">
            <a:spAutoFit/>
          </a:bodyPr>
          <a:lstStyle/>
          <a:p>
            <a:r>
              <a:rPr lang="ja-JP" altLang="en-US" sz="3200" dirty="0">
                <a:solidFill>
                  <a:srgbClr val="17008C"/>
                </a:solidFill>
                <a:latin typeface="ＭＳ ゴシック" panose="020B0609070205080204" pitchFamily="49" charset="-128"/>
                <a:ea typeface="ＭＳ ゴシック" panose="020B0609070205080204" pitchFamily="49" charset="-128"/>
              </a:rPr>
              <a:t>使用アプリケーション</a:t>
            </a:r>
            <a:endParaRPr kumimoji="1" lang="ja-JP" altLang="en-US" sz="3200" dirty="0">
              <a:solidFill>
                <a:srgbClr val="17008C"/>
              </a:solidFill>
              <a:latin typeface="ＭＳ ゴシック" panose="020B0609070205080204" pitchFamily="49" charset="-128"/>
              <a:ea typeface="ＭＳ ゴシック" panose="020B0609070205080204" pitchFamily="49" charset="-128"/>
            </a:endParaRPr>
          </a:p>
        </p:txBody>
      </p:sp>
      <p:pic>
        <p:nvPicPr>
          <p:cNvPr id="6" name="図 5" descr="アイコン&#10;&#10;AI によって生成されたコンテンツは間違っている可能性があります。">
            <a:extLst>
              <a:ext uri="{FF2B5EF4-FFF2-40B4-BE49-F238E27FC236}">
                <a16:creationId xmlns:a16="http://schemas.microsoft.com/office/drawing/2014/main" id="{E391293F-74FD-8443-C22D-C5EBC6C2A6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0748" y="2661836"/>
            <a:ext cx="1316742" cy="1316742"/>
          </a:xfrm>
          <a:prstGeom prst="rect">
            <a:avLst/>
          </a:prstGeom>
        </p:spPr>
      </p:pic>
      <p:sp>
        <p:nvSpPr>
          <p:cNvPr id="7" name="テキスト ボックス 6">
            <a:extLst>
              <a:ext uri="{FF2B5EF4-FFF2-40B4-BE49-F238E27FC236}">
                <a16:creationId xmlns:a16="http://schemas.microsoft.com/office/drawing/2014/main" id="{96723B7D-BB85-95FC-B0D6-C9E19BC1C689}"/>
              </a:ext>
            </a:extLst>
          </p:cNvPr>
          <p:cNvSpPr txBox="1">
            <a:spLocks/>
          </p:cNvSpPr>
          <p:nvPr/>
        </p:nvSpPr>
        <p:spPr>
          <a:xfrm>
            <a:off x="4805202" y="2969780"/>
            <a:ext cx="2441694" cy="584775"/>
          </a:xfrm>
          <a:prstGeom prst="rect">
            <a:avLst/>
          </a:prstGeom>
          <a:noFill/>
        </p:spPr>
        <p:txBody>
          <a:bodyPr wrap="none" rtlCol="0">
            <a:spAutoFit/>
          </a:bodyPr>
          <a:lstStyle/>
          <a:p>
            <a:r>
              <a:rPr kumimoji="1" lang="en-US" altLang="ja-JP" sz="3200" dirty="0">
                <a:solidFill>
                  <a:srgbClr val="17008C"/>
                </a:solidFill>
                <a:latin typeface="ＭＳ ゴシック" panose="020B0609070205080204" pitchFamily="49" charset="-128"/>
                <a:ea typeface="ＭＳ ゴシック" panose="020B0609070205080204" pitchFamily="49" charset="-128"/>
              </a:rPr>
              <a:t>Arduino</a:t>
            </a:r>
            <a:r>
              <a:rPr kumimoji="1" lang="en-US" altLang="ja-JP" sz="3200" dirty="0">
                <a:solidFill>
                  <a:schemeClr val="accent4">
                    <a:lumMod val="50000"/>
                  </a:schemeClr>
                </a:solidFill>
                <a:latin typeface="ＭＳ ゴシック" panose="020B0609070205080204" pitchFamily="49" charset="-128"/>
                <a:ea typeface="ＭＳ ゴシック" panose="020B0609070205080204" pitchFamily="49" charset="-128"/>
              </a:rPr>
              <a:t> </a:t>
            </a:r>
            <a:r>
              <a:rPr kumimoji="1" lang="en-US" altLang="ja-JP" sz="3200" dirty="0">
                <a:solidFill>
                  <a:srgbClr val="17008C"/>
                </a:solidFill>
                <a:latin typeface="ＭＳ ゴシック" panose="020B0609070205080204" pitchFamily="49" charset="-128"/>
                <a:ea typeface="ＭＳ ゴシック" panose="020B0609070205080204" pitchFamily="49" charset="-128"/>
              </a:rPr>
              <a:t>IDE</a:t>
            </a:r>
            <a:endParaRPr kumimoji="1" lang="ja-JP" altLang="en-US" sz="3200" dirty="0">
              <a:solidFill>
                <a:srgbClr val="17008C"/>
              </a:solidFill>
              <a:latin typeface="ＭＳ ゴシック" panose="020B0609070205080204" pitchFamily="49" charset="-128"/>
              <a:ea typeface="ＭＳ ゴシック" panose="020B0609070205080204" pitchFamily="49" charset="-128"/>
            </a:endParaRPr>
          </a:p>
        </p:txBody>
      </p:sp>
      <p:pic>
        <p:nvPicPr>
          <p:cNvPr id="12" name="図 11" descr="テキスト&#10;&#10;AI によって生成されたコンテンツは間違っている可能性があります。">
            <a:extLst>
              <a:ext uri="{FF2B5EF4-FFF2-40B4-BE49-F238E27FC236}">
                <a16:creationId xmlns:a16="http://schemas.microsoft.com/office/drawing/2014/main" id="{556933D7-2F2D-7FFE-8EC1-7154F9066C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22483" y="2128162"/>
            <a:ext cx="4269517" cy="4730314"/>
          </a:xfrm>
          <a:prstGeom prst="rect">
            <a:avLst/>
          </a:prstGeom>
        </p:spPr>
      </p:pic>
      <p:sp>
        <p:nvSpPr>
          <p:cNvPr id="8" name="テキスト ボックス 7">
            <a:extLst>
              <a:ext uri="{FF2B5EF4-FFF2-40B4-BE49-F238E27FC236}">
                <a16:creationId xmlns:a16="http://schemas.microsoft.com/office/drawing/2014/main" id="{FBFE4C71-E129-D41C-18C3-0ADAE33309D0}"/>
              </a:ext>
            </a:extLst>
          </p:cNvPr>
          <p:cNvSpPr txBox="1">
            <a:spLocks/>
          </p:cNvSpPr>
          <p:nvPr/>
        </p:nvSpPr>
        <p:spPr>
          <a:xfrm>
            <a:off x="-90309" y="-78840"/>
            <a:ext cx="6186309" cy="646331"/>
          </a:xfrm>
          <a:prstGeom prst="rect">
            <a:avLst/>
          </a:prstGeom>
          <a:noFill/>
        </p:spPr>
        <p:txBody>
          <a:bodyPr wrap="none" rtlCol="0">
            <a:spAutoFit/>
          </a:bodyPr>
          <a:lstStyle/>
          <a:p>
            <a:r>
              <a:rPr lang="ja-JP" altLang="en-US" sz="3600" u="sng" dirty="0">
                <a:solidFill>
                  <a:schemeClr val="bg2"/>
                </a:solidFill>
                <a:latin typeface="ＭＳ ゴシック" panose="020B0609070205080204" pitchFamily="49" charset="-128"/>
                <a:ea typeface="ＭＳ ゴシック" panose="020B0609070205080204" pitchFamily="49" charset="-128"/>
              </a:rPr>
              <a:t>ものづくりコンテストとは？</a:t>
            </a:r>
            <a:endParaRPr kumimoji="1" lang="ja-JP" altLang="en-US" sz="3600" u="sng" dirty="0">
              <a:solidFill>
                <a:schemeClr val="bg2"/>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1891751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0000">
        <p159:morph option="byObject"/>
      </p:transition>
    </mc:Choice>
    <mc:Fallback xmlns="">
      <p:transition spd="slow" advTm="20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8209EB84-F430-5A6A-EE23-CC116F57E5C0}"/>
              </a:ext>
            </a:extLst>
          </p:cNvPr>
          <p:cNvSpPr/>
          <p:nvPr/>
        </p:nvSpPr>
        <p:spPr>
          <a:xfrm rot="1607759">
            <a:off x="-1115945" y="1178902"/>
            <a:ext cx="13077632" cy="6858000"/>
          </a:xfrm>
          <a:prstGeom prst="rect">
            <a:avLst/>
          </a:prstGeom>
          <a:solidFill>
            <a:srgbClr val="FFA700"/>
          </a:solidFill>
          <a:ln>
            <a:solidFill>
              <a:srgbClr val="FFA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21" name="字幕 4">
            <a:extLst>
              <a:ext uri="{FF2B5EF4-FFF2-40B4-BE49-F238E27FC236}">
                <a16:creationId xmlns:a16="http://schemas.microsoft.com/office/drawing/2014/main" id="{6DDA14AA-0D6B-625C-5F94-0DD8E44C2A7E}"/>
              </a:ext>
            </a:extLst>
          </p:cNvPr>
          <p:cNvSpPr>
            <a:spLocks noGrp="1"/>
          </p:cNvSpPr>
          <p:nvPr>
            <p:ph type="subTitle" idx="1"/>
          </p:nvPr>
        </p:nvSpPr>
        <p:spPr>
          <a:xfrm>
            <a:off x="235117" y="3429000"/>
            <a:ext cx="10556708" cy="540714"/>
          </a:xfrm>
        </p:spPr>
        <p:txBody>
          <a:bodyPr>
            <a:noAutofit/>
          </a:bodyPr>
          <a:lstStyle/>
          <a:p>
            <a:r>
              <a:rPr lang="ja-JP" altLang="en-US" sz="5400" dirty="0">
                <a:solidFill>
                  <a:schemeClr val="bg2"/>
                </a:solidFill>
                <a:latin typeface="ＭＳ ゴシック" panose="020B0609070205080204" pitchFamily="49" charset="-128"/>
                <a:ea typeface="ＭＳ ゴシック" panose="020B0609070205080204" pitchFamily="49" charset="-128"/>
              </a:rPr>
              <a:t>ご清聴ありがとうございました。</a:t>
            </a:r>
            <a:endParaRPr lang="en-US" altLang="ja-JP" sz="5400" dirty="0">
              <a:solidFill>
                <a:schemeClr val="bg2"/>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18096050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0">
        <p159:morph option="byObject"/>
      </p:transition>
    </mc:Choice>
    <mc:Fallback xmlns="">
      <p:transition spd="slow" advTm="10000">
        <p:fade/>
      </p:transition>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1518</TotalTime>
  <Words>243</Words>
  <Application>Microsoft Office PowerPoint</Application>
  <PresentationFormat>ワイド画面</PresentationFormat>
  <Paragraphs>56</Paragraphs>
  <Slides>9</Slides>
  <Notes>9</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ＭＳ ゴシック</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七海　翔太</dc:creator>
  <cp:lastModifiedBy>七海　翔太</cp:lastModifiedBy>
  <cp:revision>28</cp:revision>
  <dcterms:created xsi:type="dcterms:W3CDTF">2026-09-02T06:35:02Z</dcterms:created>
  <dcterms:modified xsi:type="dcterms:W3CDTF">2026-10-08T08:04:24Z</dcterms:modified>
</cp:coreProperties>
</file>