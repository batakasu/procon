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
  </p:notesMasterIdLst>
  <p:sldIdLst>
    <p:sldId id="259" r:id="rId2"/>
    <p:sldId id="261" r:id="rId3"/>
    <p:sldId id="262" r:id="rId4"/>
    <p:sldId id="263" r:id="rId5"/>
    <p:sldId id="264" r:id="rId6"/>
    <p:sldId id="265" r:id="rId7"/>
    <p:sldId id="269" r:id="rId8"/>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925FF"/>
    <a:srgbClr val="17008C"/>
    <a:srgbClr val="FFA700"/>
    <a:srgbClr val="0C0046"/>
    <a:srgbClr val="FBFAFF"/>
    <a:srgbClr val="6C4FFF"/>
    <a:srgbClr val="100060"/>
    <a:srgbClr val="DA9100"/>
    <a:srgbClr val="C5B9FF"/>
    <a:srgbClr val="C2BFE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47" autoAdjust="0"/>
    <p:restoredTop sz="91879" autoAdjust="0"/>
  </p:normalViewPr>
  <p:slideViewPr>
    <p:cSldViewPr snapToGrid="0">
      <p:cViewPr>
        <p:scale>
          <a:sx n="100" d="100"/>
          <a:sy n="100" d="100"/>
        </p:scale>
        <p:origin x="1896" y="138"/>
      </p:cViewPr>
      <p:guideLst/>
    </p:cSldViewPr>
  </p:slideViewPr>
  <p:outlineViewPr>
    <p:cViewPr>
      <p:scale>
        <a:sx n="33" d="100"/>
        <a:sy n="33" d="100"/>
      </p:scale>
      <p:origin x="0" y="0"/>
    </p:cViewPr>
  </p:outlineViewPr>
  <p:notesTextViewPr>
    <p:cViewPr>
      <p:scale>
        <a:sx n="200" d="100"/>
        <a:sy n="200" d="100"/>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F3A1DA9-1FF0-4907-93D0-A97665601F69}" type="datetimeFigureOut">
              <a:rPr kumimoji="1" lang="ja-JP" altLang="en-US" smtClean="0"/>
              <a:t>2026/10/1</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661C3B2-4AB5-43B7-BDF2-308090F9248F}" type="slidenum">
              <a:rPr kumimoji="1" lang="ja-JP" altLang="en-US" smtClean="0"/>
              <a:t>‹#›</a:t>
            </a:fld>
            <a:endParaRPr kumimoji="1" lang="ja-JP" altLang="en-US"/>
          </a:p>
        </p:txBody>
      </p:sp>
    </p:spTree>
    <p:extLst>
      <p:ext uri="{BB962C8B-B14F-4D97-AF65-F5344CB8AC3E}">
        <p14:creationId xmlns:p14="http://schemas.microsoft.com/office/powerpoint/2010/main" val="944289170"/>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今回発表する内容は主に５項目です。</a:t>
            </a:r>
          </a:p>
        </p:txBody>
      </p:sp>
      <p:sp>
        <p:nvSpPr>
          <p:cNvPr id="4" name="スライド番号プレースホルダー 3"/>
          <p:cNvSpPr>
            <a:spLocks noGrp="1"/>
          </p:cNvSpPr>
          <p:nvPr>
            <p:ph type="sldNum" sz="quarter" idx="5"/>
          </p:nvPr>
        </p:nvSpPr>
        <p:spPr/>
        <p:txBody>
          <a:bodyPr/>
          <a:lstStyle/>
          <a:p>
            <a:fld id="{3661C3B2-4AB5-43B7-BDF2-308090F9248F}" type="slidenum">
              <a:rPr kumimoji="1" lang="ja-JP" altLang="en-US" smtClean="0"/>
              <a:t>1</a:t>
            </a:fld>
            <a:endParaRPr kumimoji="1" lang="ja-JP" altLang="en-US"/>
          </a:p>
        </p:txBody>
      </p:sp>
    </p:spTree>
    <p:extLst>
      <p:ext uri="{BB962C8B-B14F-4D97-AF65-F5344CB8AC3E}">
        <p14:creationId xmlns:p14="http://schemas.microsoft.com/office/powerpoint/2010/main" val="19253024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では改めて、ものづくりコンテストについて、解説します。</a:t>
            </a:r>
            <a:endParaRPr kumimoji="1" lang="en-US" altLang="ja-JP" dirty="0"/>
          </a:p>
          <a:p>
            <a:r>
              <a:rPr kumimoji="1" lang="ja-JP" altLang="en-US" dirty="0"/>
              <a:t>正式名称は、高校生ものづくりコンテストと言い、公益社団法人全国工業高等学校長協会が主催されている大会で、</a:t>
            </a:r>
            <a:endParaRPr kumimoji="1" lang="en-US" altLang="ja-JP" dirty="0"/>
          </a:p>
        </p:txBody>
      </p:sp>
      <p:sp>
        <p:nvSpPr>
          <p:cNvPr id="4" name="スライド番号プレースホルダー 3"/>
          <p:cNvSpPr>
            <a:spLocks noGrp="1"/>
          </p:cNvSpPr>
          <p:nvPr>
            <p:ph type="sldNum" sz="quarter" idx="5"/>
          </p:nvPr>
        </p:nvSpPr>
        <p:spPr/>
        <p:txBody>
          <a:bodyPr/>
          <a:lstStyle/>
          <a:p>
            <a:fld id="{3661C3B2-4AB5-43B7-BDF2-308090F9248F}" type="slidenum">
              <a:rPr kumimoji="1" lang="ja-JP" altLang="en-US" smtClean="0"/>
              <a:t>2</a:t>
            </a:fld>
            <a:endParaRPr kumimoji="1" lang="ja-JP" altLang="en-US"/>
          </a:p>
        </p:txBody>
      </p:sp>
    </p:spTree>
    <p:extLst>
      <p:ext uri="{BB962C8B-B14F-4D97-AF65-F5344CB8AC3E}">
        <p14:creationId xmlns:p14="http://schemas.microsoft.com/office/powerpoint/2010/main" val="128931317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部門には旋盤作業部門、自動車整備部門、化学分析部門、測量部門、電気工事部門、電子回路組立部門、木材加工部門、溶接部門の計８つあります。</a:t>
            </a:r>
            <a:endParaRPr kumimoji="1" lang="en-US" altLang="ja-JP" dirty="0"/>
          </a:p>
          <a:p>
            <a:r>
              <a:rPr kumimoji="1" lang="ja-JP" altLang="en-US" dirty="0"/>
              <a:t>私が行った部門は、電子回路組立部門です。</a:t>
            </a:r>
          </a:p>
        </p:txBody>
      </p:sp>
      <p:sp>
        <p:nvSpPr>
          <p:cNvPr id="4" name="スライド番号プレースホルダー 3"/>
          <p:cNvSpPr>
            <a:spLocks noGrp="1"/>
          </p:cNvSpPr>
          <p:nvPr>
            <p:ph type="sldNum" sz="quarter" idx="5"/>
          </p:nvPr>
        </p:nvSpPr>
        <p:spPr/>
        <p:txBody>
          <a:bodyPr/>
          <a:lstStyle/>
          <a:p>
            <a:fld id="{3661C3B2-4AB5-43B7-BDF2-308090F9248F}" type="slidenum">
              <a:rPr kumimoji="1" lang="ja-JP" altLang="en-US" smtClean="0"/>
              <a:t>3</a:t>
            </a:fld>
            <a:endParaRPr kumimoji="1" lang="ja-JP" altLang="en-US"/>
          </a:p>
        </p:txBody>
      </p:sp>
    </p:spTree>
    <p:extLst>
      <p:ext uri="{BB962C8B-B14F-4D97-AF65-F5344CB8AC3E}">
        <p14:creationId xmlns:p14="http://schemas.microsoft.com/office/powerpoint/2010/main" val="117925821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電子回路組立部門の競技内容は３つの項目に分かれます。</a:t>
            </a:r>
            <a:endParaRPr kumimoji="1" lang="en-US" altLang="ja-JP" dirty="0"/>
          </a:p>
          <a:p>
            <a:r>
              <a:rPr kumimoji="1" lang="ja-JP" altLang="en-US" dirty="0"/>
              <a:t>一つ目に作図作業です。</a:t>
            </a:r>
            <a:endParaRPr kumimoji="1" lang="en-US" altLang="ja-JP" dirty="0"/>
          </a:p>
          <a:p>
            <a:r>
              <a:rPr kumimoji="1" lang="ja-JP" altLang="en-US" dirty="0"/>
              <a:t>作図作業は回路図を元にして、部品配置されている実体配線図に線を引き回路設計を行います。</a:t>
            </a:r>
          </a:p>
        </p:txBody>
      </p:sp>
      <p:sp>
        <p:nvSpPr>
          <p:cNvPr id="4" name="スライド番号プレースホルダー 3"/>
          <p:cNvSpPr>
            <a:spLocks noGrp="1"/>
          </p:cNvSpPr>
          <p:nvPr>
            <p:ph type="sldNum" sz="quarter" idx="5"/>
          </p:nvPr>
        </p:nvSpPr>
        <p:spPr/>
        <p:txBody>
          <a:bodyPr/>
          <a:lstStyle/>
          <a:p>
            <a:fld id="{3661C3B2-4AB5-43B7-BDF2-308090F9248F}" type="slidenum">
              <a:rPr kumimoji="1" lang="ja-JP" altLang="en-US" smtClean="0"/>
              <a:t>4</a:t>
            </a:fld>
            <a:endParaRPr kumimoji="1" lang="ja-JP" altLang="en-US"/>
          </a:p>
        </p:txBody>
      </p:sp>
    </p:spTree>
    <p:extLst>
      <p:ext uri="{BB962C8B-B14F-4D97-AF65-F5344CB8AC3E}">
        <p14:creationId xmlns:p14="http://schemas.microsoft.com/office/powerpoint/2010/main" val="2819641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二つ目はハンダ作業です。</a:t>
            </a:r>
            <a:endParaRPr kumimoji="1" lang="en-US" altLang="ja-JP" dirty="0"/>
          </a:p>
          <a:p>
            <a:r>
              <a:rPr kumimoji="1" lang="ja-JP" altLang="en-US" dirty="0"/>
              <a:t>先ほど作図した実体配線図を元にでハンダ作業を行いハンダ完成品の図のように作り上げます。</a:t>
            </a:r>
            <a:endParaRPr kumimoji="1" lang="en-US" altLang="ja-JP" dirty="0"/>
          </a:p>
          <a:p>
            <a:r>
              <a:rPr kumimoji="1" lang="ja-JP" altLang="en-US" dirty="0"/>
              <a:t>こちらの作成した基盤は入力基盤で、基本的にタクトスイッチとトグルスイッチのほかにフォトインタラプタや、可変抵抗器などが組み込まれます。今回の例ではタクトスイッチ、トグルスイッチ、フォトトランジスタが使われています。</a:t>
            </a:r>
          </a:p>
        </p:txBody>
      </p:sp>
      <p:sp>
        <p:nvSpPr>
          <p:cNvPr id="4" name="スライド番号プレースホルダー 3"/>
          <p:cNvSpPr>
            <a:spLocks noGrp="1"/>
          </p:cNvSpPr>
          <p:nvPr>
            <p:ph type="sldNum" sz="quarter" idx="5"/>
          </p:nvPr>
        </p:nvSpPr>
        <p:spPr/>
        <p:txBody>
          <a:bodyPr/>
          <a:lstStyle/>
          <a:p>
            <a:fld id="{3661C3B2-4AB5-43B7-BDF2-308090F9248F}" type="slidenum">
              <a:rPr kumimoji="1" lang="ja-JP" altLang="en-US" smtClean="0"/>
              <a:t>5</a:t>
            </a:fld>
            <a:endParaRPr kumimoji="1" lang="ja-JP" altLang="en-US"/>
          </a:p>
        </p:txBody>
      </p:sp>
    </p:spTree>
    <p:extLst>
      <p:ext uri="{BB962C8B-B14F-4D97-AF65-F5344CB8AC3E}">
        <p14:creationId xmlns:p14="http://schemas.microsoft.com/office/powerpoint/2010/main" val="17372829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三つ目はプログラミングです。</a:t>
            </a:r>
            <a:endParaRPr kumimoji="1" lang="en-US" altLang="ja-JP" dirty="0"/>
          </a:p>
          <a:p>
            <a:r>
              <a:rPr kumimoji="1" lang="ja-JP" altLang="en-US" dirty="0"/>
              <a:t>プログラミングには、</a:t>
            </a:r>
            <a:r>
              <a:rPr kumimoji="1" lang="en-US" altLang="ja-JP" dirty="0"/>
              <a:t>Arduino</a:t>
            </a:r>
            <a:r>
              <a:rPr kumimoji="1" lang="ja-JP" altLang="en-US" dirty="0"/>
              <a:t>　</a:t>
            </a:r>
            <a:r>
              <a:rPr kumimoji="1" lang="en-US" altLang="ja-JP" dirty="0"/>
              <a:t>IDE</a:t>
            </a:r>
            <a:r>
              <a:rPr kumimoji="1" lang="ja-JP" altLang="en-US" dirty="0"/>
              <a:t>を使います。</a:t>
            </a:r>
            <a:endParaRPr kumimoji="1" lang="en-US" altLang="ja-JP" dirty="0"/>
          </a:p>
          <a:p>
            <a:r>
              <a:rPr kumimoji="1" lang="ja-JP" altLang="en-US" dirty="0"/>
              <a:t>プログラミングでは、先ほど作った入力基盤を使って、</a:t>
            </a:r>
            <a:r>
              <a:rPr kumimoji="1" lang="en-US" altLang="ja-JP" dirty="0"/>
              <a:t>LED</a:t>
            </a:r>
            <a:r>
              <a:rPr kumimoji="1" lang="ja-JP" altLang="en-US" dirty="0"/>
              <a:t>やモータを制御するなど課題に沿ったプログラムを作成していきます。</a:t>
            </a:r>
          </a:p>
        </p:txBody>
      </p:sp>
      <p:sp>
        <p:nvSpPr>
          <p:cNvPr id="4" name="スライド番号プレースホルダー 3"/>
          <p:cNvSpPr>
            <a:spLocks noGrp="1"/>
          </p:cNvSpPr>
          <p:nvPr>
            <p:ph type="sldNum" sz="quarter" idx="5"/>
          </p:nvPr>
        </p:nvSpPr>
        <p:spPr/>
        <p:txBody>
          <a:bodyPr/>
          <a:lstStyle/>
          <a:p>
            <a:fld id="{3661C3B2-4AB5-43B7-BDF2-308090F9248F}" type="slidenum">
              <a:rPr kumimoji="1" lang="ja-JP" altLang="en-US" smtClean="0"/>
              <a:t>6</a:t>
            </a:fld>
            <a:endParaRPr kumimoji="1" lang="ja-JP" altLang="en-US"/>
          </a:p>
        </p:txBody>
      </p:sp>
    </p:spTree>
    <p:extLst>
      <p:ext uri="{BB962C8B-B14F-4D97-AF65-F5344CB8AC3E}">
        <p14:creationId xmlns:p14="http://schemas.microsoft.com/office/powerpoint/2010/main" val="159852171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以上で私の発表を終わります。ご清聴ありがとうございました。</a:t>
            </a:r>
            <a:endParaRPr kumimoji="1" lang="en-US" altLang="ja-JP" dirty="0"/>
          </a:p>
        </p:txBody>
      </p:sp>
      <p:sp>
        <p:nvSpPr>
          <p:cNvPr id="4" name="スライド番号プレースホルダー 3"/>
          <p:cNvSpPr>
            <a:spLocks noGrp="1"/>
          </p:cNvSpPr>
          <p:nvPr>
            <p:ph type="sldNum" sz="quarter" idx="5"/>
          </p:nvPr>
        </p:nvSpPr>
        <p:spPr/>
        <p:txBody>
          <a:bodyPr/>
          <a:lstStyle/>
          <a:p>
            <a:fld id="{3661C3B2-4AB5-43B7-BDF2-308090F9248F}" type="slidenum">
              <a:rPr kumimoji="1" lang="ja-JP" altLang="en-US" smtClean="0"/>
              <a:t>7</a:t>
            </a:fld>
            <a:endParaRPr kumimoji="1" lang="ja-JP" altLang="en-US"/>
          </a:p>
        </p:txBody>
      </p:sp>
    </p:spTree>
    <p:extLst>
      <p:ext uri="{BB962C8B-B14F-4D97-AF65-F5344CB8AC3E}">
        <p14:creationId xmlns:p14="http://schemas.microsoft.com/office/powerpoint/2010/main" val="21662673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9333C77-D51E-0A62-AEFD-7527E436AD55}"/>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A14E3A20-FEEA-8D50-32BE-A5DA4D1FA60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E781EE2D-A18E-1681-8167-B2EFF1DE2153}"/>
              </a:ext>
            </a:extLst>
          </p:cNvPr>
          <p:cNvSpPr>
            <a:spLocks noGrp="1"/>
          </p:cNvSpPr>
          <p:nvPr>
            <p:ph type="dt" sz="half" idx="10"/>
          </p:nvPr>
        </p:nvSpPr>
        <p:spPr/>
        <p:txBody>
          <a:bodyPr/>
          <a:lstStyle/>
          <a:p>
            <a:fld id="{16EFAAC1-234D-4D68-B3E5-0CE3803BC2DE}" type="datetimeFigureOut">
              <a:rPr kumimoji="1" lang="ja-JP" altLang="en-US" smtClean="0"/>
              <a:t>2026/10/1</a:t>
            </a:fld>
            <a:endParaRPr kumimoji="1" lang="ja-JP" altLang="en-US"/>
          </a:p>
        </p:txBody>
      </p:sp>
      <p:sp>
        <p:nvSpPr>
          <p:cNvPr id="5" name="フッター プレースホルダー 4">
            <a:extLst>
              <a:ext uri="{FF2B5EF4-FFF2-40B4-BE49-F238E27FC236}">
                <a16:creationId xmlns:a16="http://schemas.microsoft.com/office/drawing/2014/main" id="{D95B286D-3445-0CA6-1356-EDBEBD7D4A8B}"/>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E569188-2C91-3D9B-1377-AB706753A668}"/>
              </a:ext>
            </a:extLst>
          </p:cNvPr>
          <p:cNvSpPr>
            <a:spLocks noGrp="1"/>
          </p:cNvSpPr>
          <p:nvPr>
            <p:ph type="sldNum" sz="quarter" idx="12"/>
          </p:nvPr>
        </p:nvSpPr>
        <p:spPr/>
        <p:txBody>
          <a:bodyPr/>
          <a:lstStyle/>
          <a:p>
            <a:fld id="{FA26D842-23FE-4065-AA5C-5948D51A6410}" type="slidenum">
              <a:rPr kumimoji="1" lang="ja-JP" altLang="en-US" smtClean="0"/>
              <a:t>‹#›</a:t>
            </a:fld>
            <a:endParaRPr kumimoji="1" lang="ja-JP" altLang="en-US"/>
          </a:p>
        </p:txBody>
      </p:sp>
    </p:spTree>
    <p:extLst>
      <p:ext uri="{BB962C8B-B14F-4D97-AF65-F5344CB8AC3E}">
        <p14:creationId xmlns:p14="http://schemas.microsoft.com/office/powerpoint/2010/main" val="38117187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8D6C050-C048-CF04-FA75-241C7BE06E60}"/>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8B60C9B0-7643-09F4-442F-B800EBBEF9F9}"/>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D3E63313-5C62-2C37-D50F-9C8C96A94F75}"/>
              </a:ext>
            </a:extLst>
          </p:cNvPr>
          <p:cNvSpPr>
            <a:spLocks noGrp="1"/>
          </p:cNvSpPr>
          <p:nvPr>
            <p:ph type="dt" sz="half" idx="10"/>
          </p:nvPr>
        </p:nvSpPr>
        <p:spPr/>
        <p:txBody>
          <a:bodyPr/>
          <a:lstStyle/>
          <a:p>
            <a:fld id="{16EFAAC1-234D-4D68-B3E5-0CE3803BC2DE}" type="datetimeFigureOut">
              <a:rPr kumimoji="1" lang="ja-JP" altLang="en-US" smtClean="0"/>
              <a:t>2026/10/1</a:t>
            </a:fld>
            <a:endParaRPr kumimoji="1" lang="ja-JP" altLang="en-US"/>
          </a:p>
        </p:txBody>
      </p:sp>
      <p:sp>
        <p:nvSpPr>
          <p:cNvPr id="5" name="フッター プレースホルダー 4">
            <a:extLst>
              <a:ext uri="{FF2B5EF4-FFF2-40B4-BE49-F238E27FC236}">
                <a16:creationId xmlns:a16="http://schemas.microsoft.com/office/drawing/2014/main" id="{C0AF5C8D-7011-7533-A5C2-6E3F3BB42A0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BB21715-8499-A72B-463E-DFD06AFE181A}"/>
              </a:ext>
            </a:extLst>
          </p:cNvPr>
          <p:cNvSpPr>
            <a:spLocks noGrp="1"/>
          </p:cNvSpPr>
          <p:nvPr>
            <p:ph type="sldNum" sz="quarter" idx="12"/>
          </p:nvPr>
        </p:nvSpPr>
        <p:spPr/>
        <p:txBody>
          <a:bodyPr/>
          <a:lstStyle/>
          <a:p>
            <a:fld id="{FA26D842-23FE-4065-AA5C-5948D51A6410}" type="slidenum">
              <a:rPr kumimoji="1" lang="ja-JP" altLang="en-US" smtClean="0"/>
              <a:t>‹#›</a:t>
            </a:fld>
            <a:endParaRPr kumimoji="1" lang="ja-JP" altLang="en-US"/>
          </a:p>
        </p:txBody>
      </p:sp>
    </p:spTree>
    <p:extLst>
      <p:ext uri="{BB962C8B-B14F-4D97-AF65-F5344CB8AC3E}">
        <p14:creationId xmlns:p14="http://schemas.microsoft.com/office/powerpoint/2010/main" val="38249629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89F145F-0B77-3AF3-9383-31723DEA53DA}"/>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8C8E1B4B-1C04-0E3A-28E4-C50597475FF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9AF10B0B-D5DF-BD8A-EF39-1D53DC7F304A}"/>
              </a:ext>
            </a:extLst>
          </p:cNvPr>
          <p:cNvSpPr>
            <a:spLocks noGrp="1"/>
          </p:cNvSpPr>
          <p:nvPr>
            <p:ph type="dt" sz="half" idx="10"/>
          </p:nvPr>
        </p:nvSpPr>
        <p:spPr/>
        <p:txBody>
          <a:bodyPr/>
          <a:lstStyle/>
          <a:p>
            <a:fld id="{16EFAAC1-234D-4D68-B3E5-0CE3803BC2DE}" type="datetimeFigureOut">
              <a:rPr kumimoji="1" lang="ja-JP" altLang="en-US" smtClean="0"/>
              <a:t>2026/10/1</a:t>
            </a:fld>
            <a:endParaRPr kumimoji="1" lang="ja-JP" altLang="en-US"/>
          </a:p>
        </p:txBody>
      </p:sp>
      <p:sp>
        <p:nvSpPr>
          <p:cNvPr id="5" name="フッター プレースホルダー 4">
            <a:extLst>
              <a:ext uri="{FF2B5EF4-FFF2-40B4-BE49-F238E27FC236}">
                <a16:creationId xmlns:a16="http://schemas.microsoft.com/office/drawing/2014/main" id="{1632126B-6B03-2DA4-2ABE-E25BD42DCB3F}"/>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E3E3D4F-3302-FEC0-F4AB-880DBC47FB83}"/>
              </a:ext>
            </a:extLst>
          </p:cNvPr>
          <p:cNvSpPr>
            <a:spLocks noGrp="1"/>
          </p:cNvSpPr>
          <p:nvPr>
            <p:ph type="sldNum" sz="quarter" idx="12"/>
          </p:nvPr>
        </p:nvSpPr>
        <p:spPr/>
        <p:txBody>
          <a:bodyPr/>
          <a:lstStyle/>
          <a:p>
            <a:fld id="{FA26D842-23FE-4065-AA5C-5948D51A6410}" type="slidenum">
              <a:rPr kumimoji="1" lang="ja-JP" altLang="en-US" smtClean="0"/>
              <a:t>‹#›</a:t>
            </a:fld>
            <a:endParaRPr kumimoji="1" lang="ja-JP" altLang="en-US"/>
          </a:p>
        </p:txBody>
      </p:sp>
    </p:spTree>
    <p:extLst>
      <p:ext uri="{BB962C8B-B14F-4D97-AF65-F5344CB8AC3E}">
        <p14:creationId xmlns:p14="http://schemas.microsoft.com/office/powerpoint/2010/main" val="10394095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9C720E-EB4B-F32E-3968-159B898889FB}"/>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0B71774-A016-D3B8-25C6-B79EDE5D5663}"/>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6BD0FFAD-19B0-9E1E-106A-0E0B58E556D9}"/>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BEB7740B-683B-3FBB-4F1E-6C0A6F3D8D73}"/>
              </a:ext>
            </a:extLst>
          </p:cNvPr>
          <p:cNvSpPr>
            <a:spLocks noGrp="1"/>
          </p:cNvSpPr>
          <p:nvPr>
            <p:ph type="dt" sz="half" idx="10"/>
          </p:nvPr>
        </p:nvSpPr>
        <p:spPr/>
        <p:txBody>
          <a:bodyPr/>
          <a:lstStyle/>
          <a:p>
            <a:fld id="{16EFAAC1-234D-4D68-B3E5-0CE3803BC2DE}" type="datetimeFigureOut">
              <a:rPr kumimoji="1" lang="ja-JP" altLang="en-US" smtClean="0"/>
              <a:t>2026/10/1</a:t>
            </a:fld>
            <a:endParaRPr kumimoji="1" lang="ja-JP" altLang="en-US"/>
          </a:p>
        </p:txBody>
      </p:sp>
      <p:sp>
        <p:nvSpPr>
          <p:cNvPr id="6" name="フッター プレースホルダー 5">
            <a:extLst>
              <a:ext uri="{FF2B5EF4-FFF2-40B4-BE49-F238E27FC236}">
                <a16:creationId xmlns:a16="http://schemas.microsoft.com/office/drawing/2014/main" id="{394678BC-F5F5-9803-858A-5387127D15F8}"/>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CBBF3F20-B13D-C810-6ECF-BB3DDA119D5D}"/>
              </a:ext>
            </a:extLst>
          </p:cNvPr>
          <p:cNvSpPr>
            <a:spLocks noGrp="1"/>
          </p:cNvSpPr>
          <p:nvPr>
            <p:ph type="sldNum" sz="quarter" idx="12"/>
          </p:nvPr>
        </p:nvSpPr>
        <p:spPr/>
        <p:txBody>
          <a:bodyPr/>
          <a:lstStyle/>
          <a:p>
            <a:fld id="{FA26D842-23FE-4065-AA5C-5948D51A6410}" type="slidenum">
              <a:rPr kumimoji="1" lang="ja-JP" altLang="en-US" smtClean="0"/>
              <a:t>‹#›</a:t>
            </a:fld>
            <a:endParaRPr kumimoji="1" lang="ja-JP" altLang="en-US"/>
          </a:p>
        </p:txBody>
      </p:sp>
    </p:spTree>
    <p:extLst>
      <p:ext uri="{BB962C8B-B14F-4D97-AF65-F5344CB8AC3E}">
        <p14:creationId xmlns:p14="http://schemas.microsoft.com/office/powerpoint/2010/main" val="9090740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BCD9508-E42A-FA1B-C396-77DE6817052B}"/>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1CBEF77-4584-E473-F546-885F04FC2D3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3F1AC122-9A58-EF22-7F9C-93465AB861C2}"/>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9B57C21D-E4B6-75D1-3C11-3A40E186D00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B94CA703-E889-7947-31BB-FA4D5D93C0DF}"/>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5C7311BB-9583-4EE3-BC5B-04A2D52E208C}"/>
              </a:ext>
            </a:extLst>
          </p:cNvPr>
          <p:cNvSpPr>
            <a:spLocks noGrp="1"/>
          </p:cNvSpPr>
          <p:nvPr>
            <p:ph type="dt" sz="half" idx="10"/>
          </p:nvPr>
        </p:nvSpPr>
        <p:spPr/>
        <p:txBody>
          <a:bodyPr/>
          <a:lstStyle/>
          <a:p>
            <a:fld id="{16EFAAC1-234D-4D68-B3E5-0CE3803BC2DE}" type="datetimeFigureOut">
              <a:rPr kumimoji="1" lang="ja-JP" altLang="en-US" smtClean="0"/>
              <a:t>2026/10/1</a:t>
            </a:fld>
            <a:endParaRPr kumimoji="1" lang="ja-JP" altLang="en-US"/>
          </a:p>
        </p:txBody>
      </p:sp>
      <p:sp>
        <p:nvSpPr>
          <p:cNvPr id="8" name="フッター プレースホルダー 7">
            <a:extLst>
              <a:ext uri="{FF2B5EF4-FFF2-40B4-BE49-F238E27FC236}">
                <a16:creationId xmlns:a16="http://schemas.microsoft.com/office/drawing/2014/main" id="{14A164CA-5290-6DA5-C262-D62EDA8DCA16}"/>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4543A7EF-AA62-1AF9-E352-20B087B83913}"/>
              </a:ext>
            </a:extLst>
          </p:cNvPr>
          <p:cNvSpPr>
            <a:spLocks noGrp="1"/>
          </p:cNvSpPr>
          <p:nvPr>
            <p:ph type="sldNum" sz="quarter" idx="12"/>
          </p:nvPr>
        </p:nvSpPr>
        <p:spPr/>
        <p:txBody>
          <a:bodyPr/>
          <a:lstStyle/>
          <a:p>
            <a:fld id="{FA26D842-23FE-4065-AA5C-5948D51A6410}" type="slidenum">
              <a:rPr kumimoji="1" lang="ja-JP" altLang="en-US" smtClean="0"/>
              <a:t>‹#›</a:t>
            </a:fld>
            <a:endParaRPr kumimoji="1" lang="ja-JP" altLang="en-US"/>
          </a:p>
        </p:txBody>
      </p:sp>
    </p:spTree>
    <p:extLst>
      <p:ext uri="{BB962C8B-B14F-4D97-AF65-F5344CB8AC3E}">
        <p14:creationId xmlns:p14="http://schemas.microsoft.com/office/powerpoint/2010/main" val="58613403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EF34554-4EA2-F178-49A4-076D38C57E81}"/>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618D9FE7-0850-294E-1F08-D03720D72F8C}"/>
              </a:ext>
            </a:extLst>
          </p:cNvPr>
          <p:cNvSpPr>
            <a:spLocks noGrp="1"/>
          </p:cNvSpPr>
          <p:nvPr>
            <p:ph type="dt" sz="half" idx="10"/>
          </p:nvPr>
        </p:nvSpPr>
        <p:spPr/>
        <p:txBody>
          <a:bodyPr/>
          <a:lstStyle/>
          <a:p>
            <a:fld id="{16EFAAC1-234D-4D68-B3E5-0CE3803BC2DE}" type="datetimeFigureOut">
              <a:rPr kumimoji="1" lang="ja-JP" altLang="en-US" smtClean="0"/>
              <a:t>2026/10/1</a:t>
            </a:fld>
            <a:endParaRPr kumimoji="1" lang="ja-JP" altLang="en-US"/>
          </a:p>
        </p:txBody>
      </p:sp>
      <p:sp>
        <p:nvSpPr>
          <p:cNvPr id="4" name="フッター プレースホルダー 3">
            <a:extLst>
              <a:ext uri="{FF2B5EF4-FFF2-40B4-BE49-F238E27FC236}">
                <a16:creationId xmlns:a16="http://schemas.microsoft.com/office/drawing/2014/main" id="{36644873-1A5F-5E87-645A-DB686C38F915}"/>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E3A0A17C-5E56-3F49-D29A-64039D058D27}"/>
              </a:ext>
            </a:extLst>
          </p:cNvPr>
          <p:cNvSpPr>
            <a:spLocks noGrp="1"/>
          </p:cNvSpPr>
          <p:nvPr>
            <p:ph type="sldNum" sz="quarter" idx="12"/>
          </p:nvPr>
        </p:nvSpPr>
        <p:spPr/>
        <p:txBody>
          <a:bodyPr/>
          <a:lstStyle/>
          <a:p>
            <a:fld id="{FA26D842-23FE-4065-AA5C-5948D51A6410}" type="slidenum">
              <a:rPr kumimoji="1" lang="ja-JP" altLang="en-US" smtClean="0"/>
              <a:t>‹#›</a:t>
            </a:fld>
            <a:endParaRPr kumimoji="1" lang="ja-JP" altLang="en-US"/>
          </a:p>
        </p:txBody>
      </p:sp>
    </p:spTree>
    <p:extLst>
      <p:ext uri="{BB962C8B-B14F-4D97-AF65-F5344CB8AC3E}">
        <p14:creationId xmlns:p14="http://schemas.microsoft.com/office/powerpoint/2010/main" val="10513643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BC872F02-4ED1-D32B-539E-0D3C6E67FF4E}"/>
              </a:ext>
            </a:extLst>
          </p:cNvPr>
          <p:cNvSpPr>
            <a:spLocks noGrp="1"/>
          </p:cNvSpPr>
          <p:nvPr>
            <p:ph type="dt" sz="half" idx="10"/>
          </p:nvPr>
        </p:nvSpPr>
        <p:spPr/>
        <p:txBody>
          <a:bodyPr/>
          <a:lstStyle/>
          <a:p>
            <a:fld id="{16EFAAC1-234D-4D68-B3E5-0CE3803BC2DE}" type="datetimeFigureOut">
              <a:rPr kumimoji="1" lang="ja-JP" altLang="en-US" smtClean="0"/>
              <a:t>2026/10/1</a:t>
            </a:fld>
            <a:endParaRPr kumimoji="1" lang="ja-JP" altLang="en-US"/>
          </a:p>
        </p:txBody>
      </p:sp>
      <p:sp>
        <p:nvSpPr>
          <p:cNvPr id="3" name="フッター プレースホルダー 2">
            <a:extLst>
              <a:ext uri="{FF2B5EF4-FFF2-40B4-BE49-F238E27FC236}">
                <a16:creationId xmlns:a16="http://schemas.microsoft.com/office/drawing/2014/main" id="{948771EB-06D3-8927-7BA4-C65998834A13}"/>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1F8CB89B-CE33-B696-63EE-5C884624E5F6}"/>
              </a:ext>
            </a:extLst>
          </p:cNvPr>
          <p:cNvSpPr>
            <a:spLocks noGrp="1"/>
          </p:cNvSpPr>
          <p:nvPr>
            <p:ph type="sldNum" sz="quarter" idx="12"/>
          </p:nvPr>
        </p:nvSpPr>
        <p:spPr/>
        <p:txBody>
          <a:bodyPr/>
          <a:lstStyle/>
          <a:p>
            <a:fld id="{FA26D842-23FE-4065-AA5C-5948D51A6410}" type="slidenum">
              <a:rPr kumimoji="1" lang="ja-JP" altLang="en-US" smtClean="0"/>
              <a:t>‹#›</a:t>
            </a:fld>
            <a:endParaRPr kumimoji="1" lang="ja-JP" altLang="en-US"/>
          </a:p>
        </p:txBody>
      </p:sp>
    </p:spTree>
    <p:extLst>
      <p:ext uri="{BB962C8B-B14F-4D97-AF65-F5344CB8AC3E}">
        <p14:creationId xmlns:p14="http://schemas.microsoft.com/office/powerpoint/2010/main" val="31851753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28F993-1BF7-02CB-9F7A-A72FAED11023}"/>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8E48902C-E4F9-F43A-DBF4-FB5C86CDB39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14C1199-B06F-B7FB-2BEB-3900DEB8EA9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9B87673E-70C3-6D1F-D355-EF7810BCF926}"/>
              </a:ext>
            </a:extLst>
          </p:cNvPr>
          <p:cNvSpPr>
            <a:spLocks noGrp="1"/>
          </p:cNvSpPr>
          <p:nvPr>
            <p:ph type="dt" sz="half" idx="10"/>
          </p:nvPr>
        </p:nvSpPr>
        <p:spPr/>
        <p:txBody>
          <a:bodyPr/>
          <a:lstStyle/>
          <a:p>
            <a:fld id="{16EFAAC1-234D-4D68-B3E5-0CE3803BC2DE}" type="datetimeFigureOut">
              <a:rPr kumimoji="1" lang="ja-JP" altLang="en-US" smtClean="0"/>
              <a:t>2026/10/1</a:t>
            </a:fld>
            <a:endParaRPr kumimoji="1" lang="ja-JP" altLang="en-US"/>
          </a:p>
        </p:txBody>
      </p:sp>
      <p:sp>
        <p:nvSpPr>
          <p:cNvPr id="6" name="フッター プレースホルダー 5">
            <a:extLst>
              <a:ext uri="{FF2B5EF4-FFF2-40B4-BE49-F238E27FC236}">
                <a16:creationId xmlns:a16="http://schemas.microsoft.com/office/drawing/2014/main" id="{381923A7-3792-21F3-B35D-5486D566A7A5}"/>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C4B1F1FB-B4F9-1883-BE57-AFC608C57312}"/>
              </a:ext>
            </a:extLst>
          </p:cNvPr>
          <p:cNvSpPr>
            <a:spLocks noGrp="1"/>
          </p:cNvSpPr>
          <p:nvPr>
            <p:ph type="sldNum" sz="quarter" idx="12"/>
          </p:nvPr>
        </p:nvSpPr>
        <p:spPr/>
        <p:txBody>
          <a:bodyPr/>
          <a:lstStyle/>
          <a:p>
            <a:fld id="{FA26D842-23FE-4065-AA5C-5948D51A6410}" type="slidenum">
              <a:rPr kumimoji="1" lang="ja-JP" altLang="en-US" smtClean="0"/>
              <a:t>‹#›</a:t>
            </a:fld>
            <a:endParaRPr kumimoji="1" lang="ja-JP" altLang="en-US"/>
          </a:p>
        </p:txBody>
      </p:sp>
    </p:spTree>
    <p:extLst>
      <p:ext uri="{BB962C8B-B14F-4D97-AF65-F5344CB8AC3E}">
        <p14:creationId xmlns:p14="http://schemas.microsoft.com/office/powerpoint/2010/main" val="13073941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8AEBF56-1853-27CF-F85B-F36D5421F5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18E1B3CD-6828-4A8D-3E38-68E01794040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D12759B8-5708-6B21-917D-A30F21A5BAE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4B494B64-1583-A8FE-9CCE-A67E5F3CC488}"/>
              </a:ext>
            </a:extLst>
          </p:cNvPr>
          <p:cNvSpPr>
            <a:spLocks noGrp="1"/>
          </p:cNvSpPr>
          <p:nvPr>
            <p:ph type="dt" sz="half" idx="10"/>
          </p:nvPr>
        </p:nvSpPr>
        <p:spPr/>
        <p:txBody>
          <a:bodyPr/>
          <a:lstStyle/>
          <a:p>
            <a:fld id="{16EFAAC1-234D-4D68-B3E5-0CE3803BC2DE}" type="datetimeFigureOut">
              <a:rPr kumimoji="1" lang="ja-JP" altLang="en-US" smtClean="0"/>
              <a:t>2026/10/1</a:t>
            </a:fld>
            <a:endParaRPr kumimoji="1" lang="ja-JP" altLang="en-US"/>
          </a:p>
        </p:txBody>
      </p:sp>
      <p:sp>
        <p:nvSpPr>
          <p:cNvPr id="6" name="フッター プレースホルダー 5">
            <a:extLst>
              <a:ext uri="{FF2B5EF4-FFF2-40B4-BE49-F238E27FC236}">
                <a16:creationId xmlns:a16="http://schemas.microsoft.com/office/drawing/2014/main" id="{ED185908-967E-3A73-7FB9-980A185226D1}"/>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5799E6E-5F25-6712-26E6-52C351E92AE7}"/>
              </a:ext>
            </a:extLst>
          </p:cNvPr>
          <p:cNvSpPr>
            <a:spLocks noGrp="1"/>
          </p:cNvSpPr>
          <p:nvPr>
            <p:ph type="sldNum" sz="quarter" idx="12"/>
          </p:nvPr>
        </p:nvSpPr>
        <p:spPr/>
        <p:txBody>
          <a:bodyPr/>
          <a:lstStyle/>
          <a:p>
            <a:fld id="{FA26D842-23FE-4065-AA5C-5948D51A6410}" type="slidenum">
              <a:rPr kumimoji="1" lang="ja-JP" altLang="en-US" smtClean="0"/>
              <a:t>‹#›</a:t>
            </a:fld>
            <a:endParaRPr kumimoji="1" lang="ja-JP" altLang="en-US"/>
          </a:p>
        </p:txBody>
      </p:sp>
    </p:spTree>
    <p:extLst>
      <p:ext uri="{BB962C8B-B14F-4D97-AF65-F5344CB8AC3E}">
        <p14:creationId xmlns:p14="http://schemas.microsoft.com/office/powerpoint/2010/main" val="23933999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52E66DC-F529-32CE-D55C-686231C16C27}"/>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132199FD-5A2F-C82B-ABC0-60E666DCAF10}"/>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AFF5CD0-067F-36F9-175B-0B88DC8F0A2F}"/>
              </a:ext>
            </a:extLst>
          </p:cNvPr>
          <p:cNvSpPr>
            <a:spLocks noGrp="1"/>
          </p:cNvSpPr>
          <p:nvPr>
            <p:ph type="dt" sz="half" idx="10"/>
          </p:nvPr>
        </p:nvSpPr>
        <p:spPr/>
        <p:txBody>
          <a:bodyPr/>
          <a:lstStyle/>
          <a:p>
            <a:fld id="{16EFAAC1-234D-4D68-B3E5-0CE3803BC2DE}" type="datetimeFigureOut">
              <a:rPr kumimoji="1" lang="ja-JP" altLang="en-US" smtClean="0"/>
              <a:t>2026/10/1</a:t>
            </a:fld>
            <a:endParaRPr kumimoji="1" lang="ja-JP" altLang="en-US"/>
          </a:p>
        </p:txBody>
      </p:sp>
      <p:sp>
        <p:nvSpPr>
          <p:cNvPr id="5" name="フッター プレースホルダー 4">
            <a:extLst>
              <a:ext uri="{FF2B5EF4-FFF2-40B4-BE49-F238E27FC236}">
                <a16:creationId xmlns:a16="http://schemas.microsoft.com/office/drawing/2014/main" id="{AFEA52FC-9A3F-C5CB-9E31-2E3E2F9BD6F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820C3EB-DEB0-D1AC-B98F-46AC12947E10}"/>
              </a:ext>
            </a:extLst>
          </p:cNvPr>
          <p:cNvSpPr>
            <a:spLocks noGrp="1"/>
          </p:cNvSpPr>
          <p:nvPr>
            <p:ph type="sldNum" sz="quarter" idx="12"/>
          </p:nvPr>
        </p:nvSpPr>
        <p:spPr/>
        <p:txBody>
          <a:bodyPr/>
          <a:lstStyle/>
          <a:p>
            <a:fld id="{FA26D842-23FE-4065-AA5C-5948D51A6410}" type="slidenum">
              <a:rPr kumimoji="1" lang="ja-JP" altLang="en-US" smtClean="0"/>
              <a:t>‹#›</a:t>
            </a:fld>
            <a:endParaRPr kumimoji="1" lang="ja-JP" altLang="en-US"/>
          </a:p>
        </p:txBody>
      </p:sp>
    </p:spTree>
    <p:extLst>
      <p:ext uri="{BB962C8B-B14F-4D97-AF65-F5344CB8AC3E}">
        <p14:creationId xmlns:p14="http://schemas.microsoft.com/office/powerpoint/2010/main" val="13544175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CB651ED5-BE6A-3F49-ECAF-95C8DC0BD74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5D31C2E-0C30-C88C-83FA-680D354CB2CD}"/>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225E475-ABA0-913B-2C5F-989E17626A54}"/>
              </a:ext>
            </a:extLst>
          </p:cNvPr>
          <p:cNvSpPr>
            <a:spLocks noGrp="1"/>
          </p:cNvSpPr>
          <p:nvPr>
            <p:ph type="dt" sz="half" idx="10"/>
          </p:nvPr>
        </p:nvSpPr>
        <p:spPr/>
        <p:txBody>
          <a:bodyPr/>
          <a:lstStyle/>
          <a:p>
            <a:fld id="{16EFAAC1-234D-4D68-B3E5-0CE3803BC2DE}" type="datetimeFigureOut">
              <a:rPr kumimoji="1" lang="ja-JP" altLang="en-US" smtClean="0"/>
              <a:t>2026/10/1</a:t>
            </a:fld>
            <a:endParaRPr kumimoji="1" lang="ja-JP" altLang="en-US"/>
          </a:p>
        </p:txBody>
      </p:sp>
      <p:sp>
        <p:nvSpPr>
          <p:cNvPr id="5" name="フッター プレースホルダー 4">
            <a:extLst>
              <a:ext uri="{FF2B5EF4-FFF2-40B4-BE49-F238E27FC236}">
                <a16:creationId xmlns:a16="http://schemas.microsoft.com/office/drawing/2014/main" id="{D7D4AF77-F3C6-79B6-5463-CADACECCF1C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4982ADA-EE30-CD1B-462A-E2971E6AAECB}"/>
              </a:ext>
            </a:extLst>
          </p:cNvPr>
          <p:cNvSpPr>
            <a:spLocks noGrp="1"/>
          </p:cNvSpPr>
          <p:nvPr>
            <p:ph type="sldNum" sz="quarter" idx="12"/>
          </p:nvPr>
        </p:nvSpPr>
        <p:spPr/>
        <p:txBody>
          <a:bodyPr/>
          <a:lstStyle/>
          <a:p>
            <a:fld id="{FA26D842-23FE-4065-AA5C-5948D51A6410}" type="slidenum">
              <a:rPr kumimoji="1" lang="ja-JP" altLang="en-US" smtClean="0"/>
              <a:t>‹#›</a:t>
            </a:fld>
            <a:endParaRPr kumimoji="1" lang="ja-JP" altLang="en-US"/>
          </a:p>
        </p:txBody>
      </p:sp>
    </p:spTree>
    <p:extLst>
      <p:ext uri="{BB962C8B-B14F-4D97-AF65-F5344CB8AC3E}">
        <p14:creationId xmlns:p14="http://schemas.microsoft.com/office/powerpoint/2010/main" val="18162524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AF91A83F-48C9-586E-AACC-FA2307F03DD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03C76AE-A5A8-C235-7C39-49AC0A7EFF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DF7015B-CA39-2E1F-A176-E6D2B766AD9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6EFAAC1-234D-4D68-B3E5-0CE3803BC2DE}" type="datetimeFigureOut">
              <a:rPr kumimoji="1" lang="ja-JP" altLang="en-US" smtClean="0"/>
              <a:t>2026/10/1</a:t>
            </a:fld>
            <a:endParaRPr kumimoji="1" lang="ja-JP" altLang="en-US"/>
          </a:p>
        </p:txBody>
      </p:sp>
      <p:sp>
        <p:nvSpPr>
          <p:cNvPr id="5" name="フッター プレースホルダー 4">
            <a:extLst>
              <a:ext uri="{FF2B5EF4-FFF2-40B4-BE49-F238E27FC236}">
                <a16:creationId xmlns:a16="http://schemas.microsoft.com/office/drawing/2014/main" id="{60665451-7BFB-6934-5758-F748886FC64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B0101422-7B56-935B-6F4E-18E45F93FD9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A26D842-23FE-4065-AA5C-5948D51A6410}" type="slidenum">
              <a:rPr kumimoji="1" lang="ja-JP" altLang="en-US" smtClean="0"/>
              <a:t>‹#›</a:t>
            </a:fld>
            <a:endParaRPr kumimoji="1" lang="ja-JP" altLang="en-US"/>
          </a:p>
        </p:txBody>
      </p:sp>
    </p:spTree>
    <p:extLst>
      <p:ext uri="{BB962C8B-B14F-4D97-AF65-F5344CB8AC3E}">
        <p14:creationId xmlns:p14="http://schemas.microsoft.com/office/powerpoint/2010/main" val="234843242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microsoft.com/office/2007/relationships/hdphoto" Target="../media/hdphoto1.wdp"/></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microsoft.com/office/2007/relationships/hdphoto" Target="../media/hdphoto2.wdp"/></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直角三角形 3">
            <a:extLst>
              <a:ext uri="{FF2B5EF4-FFF2-40B4-BE49-F238E27FC236}">
                <a16:creationId xmlns:a16="http://schemas.microsoft.com/office/drawing/2014/main" id="{4CA1CB6D-F292-BAC6-BEB2-C47EFF3E7310}"/>
              </a:ext>
            </a:extLst>
          </p:cNvPr>
          <p:cNvSpPr>
            <a:spLocks noGrp="1" noRot="1" noMove="1" noResize="1" noEditPoints="1" noAdjustHandles="1" noChangeArrowheads="1" noChangeShapeType="1"/>
          </p:cNvSpPr>
          <p:nvPr/>
        </p:nvSpPr>
        <p:spPr>
          <a:xfrm rot="5400000">
            <a:off x="5782077" y="-1681589"/>
            <a:ext cx="6858000" cy="10204333"/>
          </a:xfrm>
          <a:prstGeom prst="rtTriangle">
            <a:avLst/>
          </a:prstGeom>
          <a:solidFill>
            <a:srgbClr val="FFA700"/>
          </a:solidFill>
          <a:ln>
            <a:solidFill>
              <a:srgbClr val="FFA7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直角三角形 10">
            <a:extLst>
              <a:ext uri="{FF2B5EF4-FFF2-40B4-BE49-F238E27FC236}">
                <a16:creationId xmlns:a16="http://schemas.microsoft.com/office/drawing/2014/main" id="{CA60E49C-80A0-4644-ED7D-3BAA784F54FA}"/>
              </a:ext>
            </a:extLst>
          </p:cNvPr>
          <p:cNvSpPr>
            <a:spLocks noGrp="1" noRot="1" noMove="1" noResize="1" noEditPoints="1" noAdjustHandles="1" noChangeArrowheads="1" noChangeShapeType="1"/>
          </p:cNvSpPr>
          <p:nvPr/>
        </p:nvSpPr>
        <p:spPr>
          <a:xfrm rot="16200000">
            <a:off x="-4572675" y="-1896483"/>
            <a:ext cx="9658347" cy="7833777"/>
          </a:xfrm>
          <a:prstGeom prst="rtTriangle">
            <a:avLst/>
          </a:prstGeom>
          <a:solidFill>
            <a:srgbClr val="FFA700"/>
          </a:solidFill>
          <a:ln>
            <a:solidFill>
              <a:srgbClr val="FFA7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dirty="0"/>
          </a:p>
        </p:txBody>
      </p:sp>
      <p:sp>
        <p:nvSpPr>
          <p:cNvPr id="18" name="斜め縞 17">
            <a:extLst>
              <a:ext uri="{FF2B5EF4-FFF2-40B4-BE49-F238E27FC236}">
                <a16:creationId xmlns:a16="http://schemas.microsoft.com/office/drawing/2014/main" id="{9E671865-A0E2-61E1-39F6-FACA901E6FA7}"/>
              </a:ext>
            </a:extLst>
          </p:cNvPr>
          <p:cNvSpPr>
            <a:spLocks noGrp="1" noRot="1" noMove="1" noResize="1" noEditPoints="1" noAdjustHandles="1" noChangeArrowheads="1" noChangeShapeType="1"/>
          </p:cNvSpPr>
          <p:nvPr/>
        </p:nvSpPr>
        <p:spPr>
          <a:xfrm rot="16200000">
            <a:off x="-2311500" y="3487477"/>
            <a:ext cx="3265458" cy="3475588"/>
          </a:xfrm>
          <a:prstGeom prst="diagStripe">
            <a:avLst>
              <a:gd name="adj" fmla="val 69192"/>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0" name="テキスト ボックス 19">
            <a:extLst>
              <a:ext uri="{FF2B5EF4-FFF2-40B4-BE49-F238E27FC236}">
                <a16:creationId xmlns:a16="http://schemas.microsoft.com/office/drawing/2014/main" id="{E506FE8D-1DEF-E536-397C-E99953A83D0D}"/>
              </a:ext>
            </a:extLst>
          </p:cNvPr>
          <p:cNvSpPr txBox="1">
            <a:spLocks/>
          </p:cNvSpPr>
          <p:nvPr/>
        </p:nvSpPr>
        <p:spPr>
          <a:xfrm>
            <a:off x="840621" y="2342129"/>
            <a:ext cx="9187130" cy="923330"/>
          </a:xfrm>
          <a:prstGeom prst="rect">
            <a:avLst/>
          </a:prstGeom>
          <a:noFill/>
        </p:spPr>
        <p:txBody>
          <a:bodyPr wrap="none" rtlCol="0">
            <a:spAutoFit/>
          </a:bodyPr>
          <a:lstStyle/>
          <a:p>
            <a:r>
              <a:rPr lang="ja-JP" altLang="en-US" sz="5400" dirty="0">
                <a:solidFill>
                  <a:schemeClr val="bg2"/>
                </a:solidFill>
                <a:latin typeface="ＭＳ ゴシック" panose="020B0609070205080204" pitchFamily="49" charset="-128"/>
                <a:ea typeface="ＭＳ ゴシック" panose="020B0609070205080204" pitchFamily="49" charset="-128"/>
              </a:rPr>
              <a:t>ものづくりコンテストとは？</a:t>
            </a:r>
            <a:endParaRPr kumimoji="1" lang="ja-JP" altLang="en-US" sz="5400" dirty="0">
              <a:solidFill>
                <a:schemeClr val="bg2"/>
              </a:solidFill>
              <a:latin typeface="ＭＳ ゴシック" panose="020B0609070205080204" pitchFamily="49" charset="-128"/>
              <a:ea typeface="ＭＳ ゴシック" panose="020B0609070205080204" pitchFamily="49" charset="-128"/>
            </a:endParaRPr>
          </a:p>
        </p:txBody>
      </p:sp>
    </p:spTree>
    <p:extLst>
      <p:ext uri="{BB962C8B-B14F-4D97-AF65-F5344CB8AC3E}">
        <p14:creationId xmlns:p14="http://schemas.microsoft.com/office/powerpoint/2010/main" val="2204749516"/>
      </p:ext>
    </p:extLst>
  </p:cSld>
  <p:clrMapOvr>
    <a:masterClrMapping/>
  </p:clrMapOvr>
  <mc:AlternateContent xmlns:mc="http://schemas.openxmlformats.org/markup-compatibility/2006">
    <mc:Choice xmlns:p14="http://schemas.microsoft.com/office/powerpoint/2010/main" Requires="p14">
      <p:transition p14:dur="10" advTm="5000"/>
    </mc:Choice>
    <mc:Fallback>
      <p:transition advTm="5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0">
                                            <p:txEl>
                                              <p:pRg st="0" end="0"/>
                                            </p:txEl>
                                          </p:spTgt>
                                        </p:tgtEl>
                                        <p:attrNameLst>
                                          <p:attrName>style.visibility</p:attrName>
                                        </p:attrNameLst>
                                      </p:cBhvr>
                                      <p:to>
                                        <p:strVal val="visible"/>
                                      </p:to>
                                    </p:set>
                                    <p:animEffect transition="in" filter="wipe(left)">
                                      <p:cBhvr>
                                        <p:cTn id="7" dur="2000"/>
                                        <p:tgtEl>
                                          <p:spTgt spid="2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直角三角形 3">
            <a:extLst>
              <a:ext uri="{FF2B5EF4-FFF2-40B4-BE49-F238E27FC236}">
                <a16:creationId xmlns:a16="http://schemas.microsoft.com/office/drawing/2014/main" id="{4CA1CB6D-F292-BAC6-BEB2-C47EFF3E7310}"/>
              </a:ext>
            </a:extLst>
          </p:cNvPr>
          <p:cNvSpPr>
            <a:spLocks/>
          </p:cNvSpPr>
          <p:nvPr/>
        </p:nvSpPr>
        <p:spPr>
          <a:xfrm rot="5400000">
            <a:off x="4748829" y="-1673167"/>
            <a:ext cx="6858000" cy="10204333"/>
          </a:xfrm>
          <a:prstGeom prst="rtTriangle">
            <a:avLst/>
          </a:prstGeom>
          <a:solidFill>
            <a:srgbClr val="FFA700"/>
          </a:solidFill>
          <a:ln>
            <a:solidFill>
              <a:srgbClr val="FFA7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直角三角形 10">
            <a:extLst>
              <a:ext uri="{FF2B5EF4-FFF2-40B4-BE49-F238E27FC236}">
                <a16:creationId xmlns:a16="http://schemas.microsoft.com/office/drawing/2014/main" id="{CA60E49C-80A0-4644-ED7D-3BAA784F54FA}"/>
              </a:ext>
            </a:extLst>
          </p:cNvPr>
          <p:cNvSpPr>
            <a:spLocks/>
          </p:cNvSpPr>
          <p:nvPr/>
        </p:nvSpPr>
        <p:spPr>
          <a:xfrm rot="16200000">
            <a:off x="-6740052" y="-2949291"/>
            <a:ext cx="11830309" cy="7801118"/>
          </a:xfrm>
          <a:prstGeom prst="rtTriangle">
            <a:avLst/>
          </a:prstGeom>
          <a:solidFill>
            <a:srgbClr val="FFA700"/>
          </a:solidFill>
          <a:ln>
            <a:solidFill>
              <a:srgbClr val="FFA7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dirty="0"/>
          </a:p>
        </p:txBody>
      </p:sp>
      <p:sp>
        <p:nvSpPr>
          <p:cNvPr id="18" name="斜め縞 17">
            <a:extLst>
              <a:ext uri="{FF2B5EF4-FFF2-40B4-BE49-F238E27FC236}">
                <a16:creationId xmlns:a16="http://schemas.microsoft.com/office/drawing/2014/main" id="{9E671865-A0E2-61E1-39F6-FACA901E6FA7}"/>
              </a:ext>
            </a:extLst>
          </p:cNvPr>
          <p:cNvSpPr>
            <a:spLocks/>
          </p:cNvSpPr>
          <p:nvPr/>
        </p:nvSpPr>
        <p:spPr>
          <a:xfrm rot="16200000">
            <a:off x="-4432743" y="3495900"/>
            <a:ext cx="3265458" cy="3475588"/>
          </a:xfrm>
          <a:prstGeom prst="diagStripe">
            <a:avLst>
              <a:gd name="adj" fmla="val 69192"/>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0" name="テキスト ボックス 19">
            <a:extLst>
              <a:ext uri="{FF2B5EF4-FFF2-40B4-BE49-F238E27FC236}">
                <a16:creationId xmlns:a16="http://schemas.microsoft.com/office/drawing/2014/main" id="{E506FE8D-1DEF-E536-397C-E99953A83D0D}"/>
              </a:ext>
            </a:extLst>
          </p:cNvPr>
          <p:cNvSpPr txBox="1"/>
          <p:nvPr/>
        </p:nvSpPr>
        <p:spPr>
          <a:xfrm>
            <a:off x="0" y="794776"/>
            <a:ext cx="11469807" cy="707886"/>
          </a:xfrm>
          <a:prstGeom prst="rect">
            <a:avLst/>
          </a:prstGeom>
          <a:noFill/>
        </p:spPr>
        <p:txBody>
          <a:bodyPr wrap="none" rtlCol="0">
            <a:spAutoFit/>
          </a:bodyPr>
          <a:lstStyle/>
          <a:p>
            <a:r>
              <a:rPr lang="ja-JP" altLang="en-US" sz="4000" dirty="0">
                <a:solidFill>
                  <a:schemeClr val="bg2"/>
                </a:solidFill>
                <a:latin typeface="ＭＳ ゴシック" panose="020B0609070205080204" pitchFamily="49" charset="-128"/>
                <a:ea typeface="ＭＳ ゴシック" panose="020B0609070205080204" pitchFamily="49" charset="-128"/>
              </a:rPr>
              <a:t>公益社団法人全国工業高等学校長協会主催の大会</a:t>
            </a:r>
            <a:endParaRPr lang="en-US" altLang="ja-JP" sz="4000" dirty="0">
              <a:solidFill>
                <a:schemeClr val="bg2"/>
              </a:solidFill>
              <a:latin typeface="ＭＳ ゴシック" panose="020B0609070205080204" pitchFamily="49" charset="-128"/>
              <a:ea typeface="ＭＳ ゴシック" panose="020B0609070205080204" pitchFamily="49" charset="-128"/>
            </a:endParaRPr>
          </a:p>
        </p:txBody>
      </p:sp>
      <p:sp>
        <p:nvSpPr>
          <p:cNvPr id="2" name="テキスト ボックス 1">
            <a:extLst>
              <a:ext uri="{FF2B5EF4-FFF2-40B4-BE49-F238E27FC236}">
                <a16:creationId xmlns:a16="http://schemas.microsoft.com/office/drawing/2014/main" id="{1FB8F5AB-BBFA-6A1E-9DAC-6886394A07BA}"/>
              </a:ext>
            </a:extLst>
          </p:cNvPr>
          <p:cNvSpPr txBox="1">
            <a:spLocks/>
          </p:cNvSpPr>
          <p:nvPr/>
        </p:nvSpPr>
        <p:spPr>
          <a:xfrm>
            <a:off x="-141064" y="71501"/>
            <a:ext cx="6186309" cy="646331"/>
          </a:xfrm>
          <a:prstGeom prst="rect">
            <a:avLst/>
          </a:prstGeom>
          <a:noFill/>
        </p:spPr>
        <p:txBody>
          <a:bodyPr wrap="none" rtlCol="0">
            <a:spAutoFit/>
          </a:bodyPr>
          <a:lstStyle/>
          <a:p>
            <a:r>
              <a:rPr lang="ja-JP" altLang="en-US" sz="3600" u="sng" dirty="0">
                <a:solidFill>
                  <a:schemeClr val="bg2"/>
                </a:solidFill>
                <a:latin typeface="ＭＳ ゴシック" panose="020B0609070205080204" pitchFamily="49" charset="-128"/>
                <a:ea typeface="ＭＳ ゴシック" panose="020B0609070205080204" pitchFamily="49" charset="-128"/>
              </a:rPr>
              <a:t>ものづくりコンテストとは？</a:t>
            </a:r>
            <a:endParaRPr kumimoji="1" lang="ja-JP" altLang="en-US" sz="3600" u="sng" dirty="0">
              <a:solidFill>
                <a:schemeClr val="bg2"/>
              </a:solidFill>
              <a:latin typeface="ＭＳ ゴシック" panose="020B0609070205080204" pitchFamily="49" charset="-128"/>
              <a:ea typeface="ＭＳ ゴシック" panose="020B0609070205080204" pitchFamily="49" charset="-128"/>
            </a:endParaRPr>
          </a:p>
        </p:txBody>
      </p:sp>
      <p:grpSp>
        <p:nvGrpSpPr>
          <p:cNvPr id="3" name="グループ化 2">
            <a:extLst>
              <a:ext uri="{FF2B5EF4-FFF2-40B4-BE49-F238E27FC236}">
                <a16:creationId xmlns:a16="http://schemas.microsoft.com/office/drawing/2014/main" id="{B0012BE8-60C6-2244-C003-AAC04718A32C}"/>
              </a:ext>
            </a:extLst>
          </p:cNvPr>
          <p:cNvGrpSpPr/>
          <p:nvPr/>
        </p:nvGrpSpPr>
        <p:grpSpPr>
          <a:xfrm>
            <a:off x="6117990" y="2215851"/>
            <a:ext cx="5445394" cy="4650572"/>
            <a:chOff x="6117990" y="2215851"/>
            <a:chExt cx="5445394" cy="4650572"/>
          </a:xfrm>
        </p:grpSpPr>
        <p:grpSp>
          <p:nvGrpSpPr>
            <p:cNvPr id="510" name="グループ化 509">
              <a:extLst>
                <a:ext uri="{FF2B5EF4-FFF2-40B4-BE49-F238E27FC236}">
                  <a16:creationId xmlns:a16="http://schemas.microsoft.com/office/drawing/2014/main" id="{34E9D9F7-348D-A9A3-DCBE-BB338C4976CF}"/>
                </a:ext>
              </a:extLst>
            </p:cNvPr>
            <p:cNvGrpSpPr>
              <a:grpSpLocks/>
            </p:cNvGrpSpPr>
            <p:nvPr/>
          </p:nvGrpSpPr>
          <p:grpSpPr>
            <a:xfrm rot="16200000">
              <a:off x="6769714" y="3761064"/>
              <a:ext cx="1800000" cy="1551724"/>
              <a:chOff x="8154186" y="2653138"/>
              <a:chExt cx="1800000" cy="1551724"/>
            </a:xfrm>
            <a:solidFill>
              <a:srgbClr val="FBFAFF"/>
            </a:solidFill>
          </p:grpSpPr>
          <p:sp>
            <p:nvSpPr>
              <p:cNvPr id="538" name="六角形 537">
                <a:extLst>
                  <a:ext uri="{FF2B5EF4-FFF2-40B4-BE49-F238E27FC236}">
                    <a16:creationId xmlns:a16="http://schemas.microsoft.com/office/drawing/2014/main" id="{86F12850-958A-39D1-9EC1-CDE8A8F3D703}"/>
                  </a:ext>
                </a:extLst>
              </p:cNvPr>
              <p:cNvSpPr>
                <a:spLocks noChangeAspect="1"/>
              </p:cNvSpPr>
              <p:nvPr/>
            </p:nvSpPr>
            <p:spPr>
              <a:xfrm>
                <a:off x="8154186" y="2653138"/>
                <a:ext cx="1800000" cy="1551724"/>
              </a:xfrm>
              <a:prstGeom prst="hexagon">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39" name="グループ化 538">
                <a:extLst>
                  <a:ext uri="{FF2B5EF4-FFF2-40B4-BE49-F238E27FC236}">
                    <a16:creationId xmlns:a16="http://schemas.microsoft.com/office/drawing/2014/main" id="{C6DDD098-C2E2-9506-3E4F-056E213C2382}"/>
                  </a:ext>
                </a:extLst>
              </p:cNvPr>
              <p:cNvGrpSpPr>
                <a:grpSpLocks noChangeAspect="1"/>
              </p:cNvGrpSpPr>
              <p:nvPr/>
            </p:nvGrpSpPr>
            <p:grpSpPr>
              <a:xfrm rot="10800000">
                <a:off x="8514186" y="2775673"/>
                <a:ext cx="1080000" cy="540000"/>
                <a:chOff x="10270575" y="5615231"/>
                <a:chExt cx="1671150" cy="956776"/>
              </a:xfrm>
              <a:grpFill/>
            </p:grpSpPr>
            <p:cxnSp>
              <p:nvCxnSpPr>
                <p:cNvPr id="560" name="コネクタ: カギ線 559">
                  <a:extLst>
                    <a:ext uri="{FF2B5EF4-FFF2-40B4-BE49-F238E27FC236}">
                      <a16:creationId xmlns:a16="http://schemas.microsoft.com/office/drawing/2014/main" id="{B790A123-87FF-CA78-B929-675E77F4B7F4}"/>
                    </a:ext>
                  </a:extLst>
                </p:cNvPr>
                <p:cNvCxnSpPr>
                  <a:cxnSpLocks/>
                </p:cNvCxnSpPr>
                <p:nvPr/>
              </p:nvCxnSpPr>
              <p:spPr>
                <a:xfrm>
                  <a:off x="10315575" y="5660232"/>
                  <a:ext cx="1581150" cy="866775"/>
                </a:xfrm>
                <a:prstGeom prst="bentConnector3">
                  <a:avLst>
                    <a:gd name="adj1" fmla="val 54819"/>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561" name="楕円 560">
                  <a:extLst>
                    <a:ext uri="{FF2B5EF4-FFF2-40B4-BE49-F238E27FC236}">
                      <a16:creationId xmlns:a16="http://schemas.microsoft.com/office/drawing/2014/main" id="{598CB6F9-DEEC-347A-628E-EBC553F35FAF}"/>
                    </a:ext>
                  </a:extLst>
                </p:cNvPr>
                <p:cNvSpPr/>
                <p:nvPr/>
              </p:nvSpPr>
              <p:spPr>
                <a:xfrm>
                  <a:off x="10270575" y="5615231"/>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2" name="楕円 561">
                  <a:extLst>
                    <a:ext uri="{FF2B5EF4-FFF2-40B4-BE49-F238E27FC236}">
                      <a16:creationId xmlns:a16="http://schemas.microsoft.com/office/drawing/2014/main" id="{EA8BB08D-6A00-98BE-8B1F-D65D7A5ED421}"/>
                    </a:ext>
                  </a:extLst>
                </p:cNvPr>
                <p:cNvSpPr/>
                <p:nvPr/>
              </p:nvSpPr>
              <p:spPr>
                <a:xfrm>
                  <a:off x="11851725" y="6482007"/>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40" name="グループ化 539">
                <a:extLst>
                  <a:ext uri="{FF2B5EF4-FFF2-40B4-BE49-F238E27FC236}">
                    <a16:creationId xmlns:a16="http://schemas.microsoft.com/office/drawing/2014/main" id="{4C29A7E5-F28D-4F6C-B61B-B5A20F56DBCE}"/>
                  </a:ext>
                </a:extLst>
              </p:cNvPr>
              <p:cNvGrpSpPr>
                <a:grpSpLocks noChangeAspect="1"/>
              </p:cNvGrpSpPr>
              <p:nvPr/>
            </p:nvGrpSpPr>
            <p:grpSpPr>
              <a:xfrm rot="10800000" flipV="1">
                <a:off x="8829186" y="2889000"/>
                <a:ext cx="450000" cy="540000"/>
                <a:chOff x="9214377" y="4613619"/>
                <a:chExt cx="955698" cy="1013184"/>
              </a:xfrm>
              <a:grpFill/>
            </p:grpSpPr>
            <p:cxnSp>
              <p:nvCxnSpPr>
                <p:cNvPr id="557" name="コネクタ: カギ線 556">
                  <a:extLst>
                    <a:ext uri="{FF2B5EF4-FFF2-40B4-BE49-F238E27FC236}">
                      <a16:creationId xmlns:a16="http://schemas.microsoft.com/office/drawing/2014/main" id="{6E9D287F-F1B7-232E-3E95-A2AC2B0B988F}"/>
                    </a:ext>
                  </a:extLst>
                </p:cNvPr>
                <p:cNvCxnSpPr>
                  <a:cxnSpLocks/>
                </p:cNvCxnSpPr>
                <p:nvPr/>
              </p:nvCxnSpPr>
              <p:spPr>
                <a:xfrm rot="5400000" flipH="1" flipV="1">
                  <a:off x="9230635" y="4687363"/>
                  <a:ext cx="923182" cy="865697"/>
                </a:xfrm>
                <a:prstGeom prst="bentConnector3">
                  <a:avLst>
                    <a:gd name="adj1" fmla="val -97542"/>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558" name="楕円 557">
                  <a:extLst>
                    <a:ext uri="{FF2B5EF4-FFF2-40B4-BE49-F238E27FC236}">
                      <a16:creationId xmlns:a16="http://schemas.microsoft.com/office/drawing/2014/main" id="{3DB8EFB4-8497-0B4D-C402-4065B905B9D9}"/>
                    </a:ext>
                  </a:extLst>
                </p:cNvPr>
                <p:cNvSpPr/>
                <p:nvPr/>
              </p:nvSpPr>
              <p:spPr>
                <a:xfrm>
                  <a:off x="9214377" y="553680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9" name="楕円 558">
                  <a:extLst>
                    <a:ext uri="{FF2B5EF4-FFF2-40B4-BE49-F238E27FC236}">
                      <a16:creationId xmlns:a16="http://schemas.microsoft.com/office/drawing/2014/main" id="{E3E0FC74-3F2F-99C6-377F-31878EF2F67A}"/>
                    </a:ext>
                  </a:extLst>
                </p:cNvPr>
                <p:cNvSpPr/>
                <p:nvPr/>
              </p:nvSpPr>
              <p:spPr>
                <a:xfrm>
                  <a:off x="10080075" y="4613619"/>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41" name="グループ化 540">
                <a:extLst>
                  <a:ext uri="{FF2B5EF4-FFF2-40B4-BE49-F238E27FC236}">
                    <a16:creationId xmlns:a16="http://schemas.microsoft.com/office/drawing/2014/main" id="{F657039B-754C-5096-335B-0793233F8A28}"/>
                  </a:ext>
                </a:extLst>
              </p:cNvPr>
              <p:cNvGrpSpPr>
                <a:grpSpLocks noChangeAspect="1"/>
              </p:cNvGrpSpPr>
              <p:nvPr/>
            </p:nvGrpSpPr>
            <p:grpSpPr>
              <a:xfrm rot="16200000">
                <a:off x="9084186" y="3099000"/>
                <a:ext cx="300000" cy="360000"/>
                <a:chOff x="9214377" y="4613619"/>
                <a:chExt cx="955698" cy="1013184"/>
              </a:xfrm>
              <a:grpFill/>
            </p:grpSpPr>
            <p:cxnSp>
              <p:nvCxnSpPr>
                <p:cNvPr id="554" name="コネクタ: カギ線 553">
                  <a:extLst>
                    <a:ext uri="{FF2B5EF4-FFF2-40B4-BE49-F238E27FC236}">
                      <a16:creationId xmlns:a16="http://schemas.microsoft.com/office/drawing/2014/main" id="{29ECCD10-9424-E780-AA00-7CFC497523A6}"/>
                    </a:ext>
                  </a:extLst>
                </p:cNvPr>
                <p:cNvCxnSpPr>
                  <a:cxnSpLocks/>
                </p:cNvCxnSpPr>
                <p:nvPr/>
              </p:nvCxnSpPr>
              <p:spPr>
                <a:xfrm rot="5400000" flipH="1" flipV="1">
                  <a:off x="9230635" y="4687363"/>
                  <a:ext cx="923182" cy="865697"/>
                </a:xfrm>
                <a:prstGeom prst="bentConnector3">
                  <a:avLst>
                    <a:gd name="adj1" fmla="val -97542"/>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555" name="楕円 554">
                  <a:extLst>
                    <a:ext uri="{FF2B5EF4-FFF2-40B4-BE49-F238E27FC236}">
                      <a16:creationId xmlns:a16="http://schemas.microsoft.com/office/drawing/2014/main" id="{859F4D99-4621-C311-A469-AF37529F348E}"/>
                    </a:ext>
                  </a:extLst>
                </p:cNvPr>
                <p:cNvSpPr/>
                <p:nvPr/>
              </p:nvSpPr>
              <p:spPr>
                <a:xfrm>
                  <a:off x="9214377" y="553680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6" name="楕円 555">
                  <a:extLst>
                    <a:ext uri="{FF2B5EF4-FFF2-40B4-BE49-F238E27FC236}">
                      <a16:creationId xmlns:a16="http://schemas.microsoft.com/office/drawing/2014/main" id="{60F3B901-8E9F-7AFD-8310-DA1969201BF5}"/>
                    </a:ext>
                  </a:extLst>
                </p:cNvPr>
                <p:cNvSpPr/>
                <p:nvPr/>
              </p:nvSpPr>
              <p:spPr>
                <a:xfrm>
                  <a:off x="10080075" y="4613619"/>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42" name="グループ化 541">
                <a:extLst>
                  <a:ext uri="{FF2B5EF4-FFF2-40B4-BE49-F238E27FC236}">
                    <a16:creationId xmlns:a16="http://schemas.microsoft.com/office/drawing/2014/main" id="{64D3E1F9-679B-5601-A37B-02B8F363C16A}"/>
                  </a:ext>
                </a:extLst>
              </p:cNvPr>
              <p:cNvGrpSpPr>
                <a:grpSpLocks noChangeAspect="1"/>
              </p:cNvGrpSpPr>
              <p:nvPr/>
            </p:nvGrpSpPr>
            <p:grpSpPr>
              <a:xfrm rot="5400000">
                <a:off x="9124467" y="3394863"/>
                <a:ext cx="360000" cy="900000"/>
                <a:chOff x="10974050" y="4410803"/>
                <a:chExt cx="723411" cy="1726260"/>
              </a:xfrm>
              <a:grpFill/>
            </p:grpSpPr>
            <p:cxnSp>
              <p:nvCxnSpPr>
                <p:cNvPr id="551" name="コネクタ: カギ線 550">
                  <a:extLst>
                    <a:ext uri="{FF2B5EF4-FFF2-40B4-BE49-F238E27FC236}">
                      <a16:creationId xmlns:a16="http://schemas.microsoft.com/office/drawing/2014/main" id="{F8D6FC09-4FFC-2FB9-22E8-CC95841FC8E6}"/>
                    </a:ext>
                  </a:extLst>
                </p:cNvPr>
                <p:cNvCxnSpPr>
                  <a:cxnSpLocks/>
                </p:cNvCxnSpPr>
                <p:nvPr/>
              </p:nvCxnSpPr>
              <p:spPr>
                <a:xfrm rot="16200000" flipH="1">
                  <a:off x="10516848" y="4958007"/>
                  <a:ext cx="1637815" cy="633410"/>
                </a:xfrm>
                <a:prstGeom prst="bentConnector3">
                  <a:avLst>
                    <a:gd name="adj1" fmla="val 50000"/>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552" name="楕円 551">
                  <a:extLst>
                    <a:ext uri="{FF2B5EF4-FFF2-40B4-BE49-F238E27FC236}">
                      <a16:creationId xmlns:a16="http://schemas.microsoft.com/office/drawing/2014/main" id="{3761FEE4-8886-C8AE-0C3E-204A0CB49EE5}"/>
                    </a:ext>
                  </a:extLst>
                </p:cNvPr>
                <p:cNvSpPr/>
                <p:nvPr/>
              </p:nvSpPr>
              <p:spPr>
                <a:xfrm>
                  <a:off x="10974050" y="441080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3" name="楕円 552">
                  <a:extLst>
                    <a:ext uri="{FF2B5EF4-FFF2-40B4-BE49-F238E27FC236}">
                      <a16:creationId xmlns:a16="http://schemas.microsoft.com/office/drawing/2014/main" id="{32D4B8A2-866F-A508-0469-E46535D1CCE6}"/>
                    </a:ext>
                  </a:extLst>
                </p:cNvPr>
                <p:cNvSpPr/>
                <p:nvPr/>
              </p:nvSpPr>
              <p:spPr>
                <a:xfrm>
                  <a:off x="11607461" y="604706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43" name="グループ化 542">
                <a:extLst>
                  <a:ext uri="{FF2B5EF4-FFF2-40B4-BE49-F238E27FC236}">
                    <a16:creationId xmlns:a16="http://schemas.microsoft.com/office/drawing/2014/main" id="{0132CDB0-1216-C5FA-1EED-02BCC38DF412}"/>
                  </a:ext>
                </a:extLst>
              </p:cNvPr>
              <p:cNvGrpSpPr>
                <a:grpSpLocks noChangeAspect="1"/>
              </p:cNvGrpSpPr>
              <p:nvPr/>
            </p:nvGrpSpPr>
            <p:grpSpPr>
              <a:xfrm>
                <a:off x="8490493" y="2861780"/>
                <a:ext cx="72000" cy="1080000"/>
                <a:chOff x="8774478" y="2962651"/>
                <a:chExt cx="78776" cy="1124716"/>
              </a:xfrm>
              <a:grpFill/>
            </p:grpSpPr>
            <p:cxnSp>
              <p:nvCxnSpPr>
                <p:cNvPr id="548" name="直線コネクタ 547">
                  <a:extLst>
                    <a:ext uri="{FF2B5EF4-FFF2-40B4-BE49-F238E27FC236}">
                      <a16:creationId xmlns:a16="http://schemas.microsoft.com/office/drawing/2014/main" id="{2195C6AD-5E19-1ECB-818B-0509A2ADDB0C}"/>
                    </a:ext>
                  </a:extLst>
                </p:cNvPr>
                <p:cNvCxnSpPr>
                  <a:cxnSpLocks/>
                </p:cNvCxnSpPr>
                <p:nvPr/>
              </p:nvCxnSpPr>
              <p:spPr>
                <a:xfrm>
                  <a:off x="8811828" y="2985009"/>
                  <a:ext cx="10852" cy="1080000"/>
                </a:xfrm>
                <a:prstGeom prst="line">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549" name="楕円 548">
                  <a:extLst>
                    <a:ext uri="{FF2B5EF4-FFF2-40B4-BE49-F238E27FC236}">
                      <a16:creationId xmlns:a16="http://schemas.microsoft.com/office/drawing/2014/main" id="{A44A3483-A902-2581-95D3-95613B60C1E9}"/>
                    </a:ext>
                  </a:extLst>
                </p:cNvPr>
                <p:cNvSpPr/>
                <p:nvPr/>
              </p:nvSpPr>
              <p:spPr>
                <a:xfrm>
                  <a:off x="8774478" y="2962651"/>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0" name="楕円 549">
                  <a:extLst>
                    <a:ext uri="{FF2B5EF4-FFF2-40B4-BE49-F238E27FC236}">
                      <a16:creationId xmlns:a16="http://schemas.microsoft.com/office/drawing/2014/main" id="{0E2BED0C-B3E7-E6F7-91FE-B5AB228315F4}"/>
                    </a:ext>
                  </a:extLst>
                </p:cNvPr>
                <p:cNvSpPr/>
                <p:nvPr/>
              </p:nvSpPr>
              <p:spPr>
                <a:xfrm>
                  <a:off x="8781254" y="4015367"/>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44" name="グループ化 543">
                <a:extLst>
                  <a:ext uri="{FF2B5EF4-FFF2-40B4-BE49-F238E27FC236}">
                    <a16:creationId xmlns:a16="http://schemas.microsoft.com/office/drawing/2014/main" id="{C400D443-15A4-213C-5F5B-408DD9578475}"/>
                  </a:ext>
                </a:extLst>
              </p:cNvPr>
              <p:cNvGrpSpPr>
                <a:grpSpLocks noChangeAspect="1"/>
              </p:cNvGrpSpPr>
              <p:nvPr/>
            </p:nvGrpSpPr>
            <p:grpSpPr>
              <a:xfrm>
                <a:off x="8648237" y="2861780"/>
                <a:ext cx="72000" cy="1080000"/>
                <a:chOff x="8774478" y="2962651"/>
                <a:chExt cx="78776" cy="1124716"/>
              </a:xfrm>
              <a:grpFill/>
            </p:grpSpPr>
            <p:cxnSp>
              <p:nvCxnSpPr>
                <p:cNvPr id="545" name="直線コネクタ 544">
                  <a:extLst>
                    <a:ext uri="{FF2B5EF4-FFF2-40B4-BE49-F238E27FC236}">
                      <a16:creationId xmlns:a16="http://schemas.microsoft.com/office/drawing/2014/main" id="{93F5F9E1-B49F-F2CE-A901-23E0FA8F9251}"/>
                    </a:ext>
                  </a:extLst>
                </p:cNvPr>
                <p:cNvCxnSpPr>
                  <a:cxnSpLocks/>
                </p:cNvCxnSpPr>
                <p:nvPr/>
              </p:nvCxnSpPr>
              <p:spPr>
                <a:xfrm>
                  <a:off x="8811828" y="2985009"/>
                  <a:ext cx="10852" cy="1080000"/>
                </a:xfrm>
                <a:prstGeom prst="line">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546" name="楕円 545">
                  <a:extLst>
                    <a:ext uri="{FF2B5EF4-FFF2-40B4-BE49-F238E27FC236}">
                      <a16:creationId xmlns:a16="http://schemas.microsoft.com/office/drawing/2014/main" id="{548869F9-795F-1840-3F39-0EFF622550EA}"/>
                    </a:ext>
                  </a:extLst>
                </p:cNvPr>
                <p:cNvSpPr/>
                <p:nvPr/>
              </p:nvSpPr>
              <p:spPr>
                <a:xfrm>
                  <a:off x="8774478" y="2962651"/>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7" name="楕円 546">
                  <a:extLst>
                    <a:ext uri="{FF2B5EF4-FFF2-40B4-BE49-F238E27FC236}">
                      <a16:creationId xmlns:a16="http://schemas.microsoft.com/office/drawing/2014/main" id="{BF07F95F-00DA-F80D-22F6-861CECA712F7}"/>
                    </a:ext>
                  </a:extLst>
                </p:cNvPr>
                <p:cNvSpPr/>
                <p:nvPr/>
              </p:nvSpPr>
              <p:spPr>
                <a:xfrm>
                  <a:off x="8781254" y="4015367"/>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504" name="グループ化 503">
              <a:extLst>
                <a:ext uri="{FF2B5EF4-FFF2-40B4-BE49-F238E27FC236}">
                  <a16:creationId xmlns:a16="http://schemas.microsoft.com/office/drawing/2014/main" id="{A93EAC8F-EEC8-E59C-219F-E9816FC1061E}"/>
                </a:ext>
              </a:extLst>
            </p:cNvPr>
            <p:cNvGrpSpPr/>
            <p:nvPr/>
          </p:nvGrpSpPr>
          <p:grpSpPr>
            <a:xfrm>
              <a:off x="8452756" y="3637892"/>
              <a:ext cx="1551724" cy="1800000"/>
              <a:chOff x="8459937" y="3632714"/>
              <a:chExt cx="1551724" cy="1800000"/>
            </a:xfrm>
            <a:solidFill>
              <a:srgbClr val="FBFAFF"/>
            </a:solidFill>
          </p:grpSpPr>
          <p:sp>
            <p:nvSpPr>
              <p:cNvPr id="689" name="六角形 688">
                <a:extLst>
                  <a:ext uri="{FF2B5EF4-FFF2-40B4-BE49-F238E27FC236}">
                    <a16:creationId xmlns:a16="http://schemas.microsoft.com/office/drawing/2014/main" id="{6A47D135-5ADF-1208-9F71-6F68000F189D}"/>
                  </a:ext>
                </a:extLst>
              </p:cNvPr>
              <p:cNvSpPr>
                <a:spLocks noChangeAspect="1"/>
              </p:cNvSpPr>
              <p:nvPr/>
            </p:nvSpPr>
            <p:spPr>
              <a:xfrm rot="5400000">
                <a:off x="8335799" y="3756852"/>
                <a:ext cx="1800000" cy="1551724"/>
              </a:xfrm>
              <a:prstGeom prst="hexagon">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90" name="グループ化 689">
                <a:extLst>
                  <a:ext uri="{FF2B5EF4-FFF2-40B4-BE49-F238E27FC236}">
                    <a16:creationId xmlns:a16="http://schemas.microsoft.com/office/drawing/2014/main" id="{113D878F-38A9-E25B-3DC2-9FE0D6B3FAB3}"/>
                  </a:ext>
                </a:extLst>
              </p:cNvPr>
              <p:cNvGrpSpPr/>
              <p:nvPr/>
            </p:nvGrpSpPr>
            <p:grpSpPr>
              <a:xfrm rot="5400000">
                <a:off x="8514614" y="3900727"/>
                <a:ext cx="1249190" cy="1263974"/>
                <a:chOff x="8639936" y="3969021"/>
                <a:chExt cx="1249190" cy="1263974"/>
              </a:xfrm>
              <a:grpFill/>
            </p:grpSpPr>
            <p:grpSp>
              <p:nvGrpSpPr>
                <p:cNvPr id="691" name="グループ化 690">
                  <a:extLst>
                    <a:ext uri="{FF2B5EF4-FFF2-40B4-BE49-F238E27FC236}">
                      <a16:creationId xmlns:a16="http://schemas.microsoft.com/office/drawing/2014/main" id="{BB4E56A1-081A-550A-43F0-82FDC4E8E14B}"/>
                    </a:ext>
                  </a:extLst>
                </p:cNvPr>
                <p:cNvGrpSpPr>
                  <a:grpSpLocks noChangeAspect="1"/>
                </p:cNvGrpSpPr>
                <p:nvPr/>
              </p:nvGrpSpPr>
              <p:grpSpPr>
                <a:xfrm rot="16200000">
                  <a:off x="9079126" y="4262714"/>
                  <a:ext cx="1080000" cy="540000"/>
                  <a:chOff x="10270575" y="5615231"/>
                  <a:chExt cx="1671150" cy="956776"/>
                </a:xfrm>
                <a:grpFill/>
              </p:grpSpPr>
              <p:cxnSp>
                <p:nvCxnSpPr>
                  <p:cNvPr id="712" name="コネクタ: カギ線 711">
                    <a:extLst>
                      <a:ext uri="{FF2B5EF4-FFF2-40B4-BE49-F238E27FC236}">
                        <a16:creationId xmlns:a16="http://schemas.microsoft.com/office/drawing/2014/main" id="{2852B9CD-2C00-371D-2071-EF934C180D01}"/>
                      </a:ext>
                    </a:extLst>
                  </p:cNvPr>
                  <p:cNvCxnSpPr>
                    <a:cxnSpLocks/>
                  </p:cNvCxnSpPr>
                  <p:nvPr/>
                </p:nvCxnSpPr>
                <p:spPr>
                  <a:xfrm>
                    <a:off x="10315575" y="5660232"/>
                    <a:ext cx="1581150" cy="866775"/>
                  </a:xfrm>
                  <a:prstGeom prst="bentConnector3">
                    <a:avLst>
                      <a:gd name="adj1" fmla="val 54819"/>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713" name="楕円 712">
                    <a:extLst>
                      <a:ext uri="{FF2B5EF4-FFF2-40B4-BE49-F238E27FC236}">
                        <a16:creationId xmlns:a16="http://schemas.microsoft.com/office/drawing/2014/main" id="{857992CE-5B63-A9CB-1A19-7E865C6B1692}"/>
                      </a:ext>
                    </a:extLst>
                  </p:cNvPr>
                  <p:cNvSpPr/>
                  <p:nvPr/>
                </p:nvSpPr>
                <p:spPr>
                  <a:xfrm>
                    <a:off x="10270575" y="5615231"/>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14" name="楕円 713">
                    <a:extLst>
                      <a:ext uri="{FF2B5EF4-FFF2-40B4-BE49-F238E27FC236}">
                        <a16:creationId xmlns:a16="http://schemas.microsoft.com/office/drawing/2014/main" id="{16E012CD-557D-1188-53B5-179F2057B7EB}"/>
                      </a:ext>
                    </a:extLst>
                  </p:cNvPr>
                  <p:cNvSpPr/>
                  <p:nvPr/>
                </p:nvSpPr>
                <p:spPr>
                  <a:xfrm>
                    <a:off x="11851725" y="6482007"/>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92" name="グループ化 691">
                  <a:extLst>
                    <a:ext uri="{FF2B5EF4-FFF2-40B4-BE49-F238E27FC236}">
                      <a16:creationId xmlns:a16="http://schemas.microsoft.com/office/drawing/2014/main" id="{7AFCD2D8-29CB-AFF8-4457-C908C4DD4C79}"/>
                    </a:ext>
                  </a:extLst>
                </p:cNvPr>
                <p:cNvGrpSpPr>
                  <a:grpSpLocks noChangeAspect="1"/>
                </p:cNvGrpSpPr>
                <p:nvPr/>
              </p:nvGrpSpPr>
              <p:grpSpPr>
                <a:xfrm rot="16200000" flipV="1">
                  <a:off x="9280799" y="4262714"/>
                  <a:ext cx="450000" cy="540000"/>
                  <a:chOff x="9214377" y="4613619"/>
                  <a:chExt cx="955698" cy="1013184"/>
                </a:xfrm>
                <a:grpFill/>
              </p:grpSpPr>
              <p:cxnSp>
                <p:nvCxnSpPr>
                  <p:cNvPr id="709" name="コネクタ: カギ線 708">
                    <a:extLst>
                      <a:ext uri="{FF2B5EF4-FFF2-40B4-BE49-F238E27FC236}">
                        <a16:creationId xmlns:a16="http://schemas.microsoft.com/office/drawing/2014/main" id="{78538E60-59E8-3B4F-60D2-BF7F80DD2A13}"/>
                      </a:ext>
                    </a:extLst>
                  </p:cNvPr>
                  <p:cNvCxnSpPr>
                    <a:cxnSpLocks/>
                  </p:cNvCxnSpPr>
                  <p:nvPr/>
                </p:nvCxnSpPr>
                <p:spPr>
                  <a:xfrm rot="5400000" flipH="1" flipV="1">
                    <a:off x="9230635" y="4687363"/>
                    <a:ext cx="923182" cy="865697"/>
                  </a:xfrm>
                  <a:prstGeom prst="bentConnector3">
                    <a:avLst>
                      <a:gd name="adj1" fmla="val -97542"/>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710" name="楕円 709">
                    <a:extLst>
                      <a:ext uri="{FF2B5EF4-FFF2-40B4-BE49-F238E27FC236}">
                        <a16:creationId xmlns:a16="http://schemas.microsoft.com/office/drawing/2014/main" id="{00119F5B-B501-ABD9-4C2B-318F551D95DC}"/>
                      </a:ext>
                    </a:extLst>
                  </p:cNvPr>
                  <p:cNvSpPr/>
                  <p:nvPr/>
                </p:nvSpPr>
                <p:spPr>
                  <a:xfrm>
                    <a:off x="9214377" y="553680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11" name="楕円 710">
                    <a:extLst>
                      <a:ext uri="{FF2B5EF4-FFF2-40B4-BE49-F238E27FC236}">
                        <a16:creationId xmlns:a16="http://schemas.microsoft.com/office/drawing/2014/main" id="{17C093BE-67D6-7D2F-CE58-65148D03BC35}"/>
                      </a:ext>
                    </a:extLst>
                  </p:cNvPr>
                  <p:cNvSpPr/>
                  <p:nvPr/>
                </p:nvSpPr>
                <p:spPr>
                  <a:xfrm>
                    <a:off x="10080075" y="4613619"/>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93" name="グループ化 692">
                  <a:extLst>
                    <a:ext uri="{FF2B5EF4-FFF2-40B4-BE49-F238E27FC236}">
                      <a16:creationId xmlns:a16="http://schemas.microsoft.com/office/drawing/2014/main" id="{C0E0E718-FEF2-B1C9-4E88-741D70AC8E21}"/>
                    </a:ext>
                  </a:extLst>
                </p:cNvPr>
                <p:cNvGrpSpPr>
                  <a:grpSpLocks noChangeAspect="1"/>
                </p:cNvGrpSpPr>
                <p:nvPr/>
              </p:nvGrpSpPr>
              <p:grpSpPr>
                <a:xfrm>
                  <a:off x="9235799" y="4532714"/>
                  <a:ext cx="300000" cy="360000"/>
                  <a:chOff x="9214377" y="4613619"/>
                  <a:chExt cx="955698" cy="1013184"/>
                </a:xfrm>
                <a:grpFill/>
              </p:grpSpPr>
              <p:cxnSp>
                <p:nvCxnSpPr>
                  <p:cNvPr id="706" name="コネクタ: カギ線 705">
                    <a:extLst>
                      <a:ext uri="{FF2B5EF4-FFF2-40B4-BE49-F238E27FC236}">
                        <a16:creationId xmlns:a16="http://schemas.microsoft.com/office/drawing/2014/main" id="{4B0EA581-34EF-1E42-CE73-2F876045A2A1}"/>
                      </a:ext>
                    </a:extLst>
                  </p:cNvPr>
                  <p:cNvCxnSpPr>
                    <a:cxnSpLocks/>
                  </p:cNvCxnSpPr>
                  <p:nvPr/>
                </p:nvCxnSpPr>
                <p:spPr>
                  <a:xfrm rot="5400000" flipH="1" flipV="1">
                    <a:off x="9230635" y="4687363"/>
                    <a:ext cx="923182" cy="865697"/>
                  </a:xfrm>
                  <a:prstGeom prst="bentConnector3">
                    <a:avLst>
                      <a:gd name="adj1" fmla="val -97542"/>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707" name="楕円 706">
                    <a:extLst>
                      <a:ext uri="{FF2B5EF4-FFF2-40B4-BE49-F238E27FC236}">
                        <a16:creationId xmlns:a16="http://schemas.microsoft.com/office/drawing/2014/main" id="{A3D6BB56-C0E5-F0A3-CAF6-DF27463C1D80}"/>
                      </a:ext>
                    </a:extLst>
                  </p:cNvPr>
                  <p:cNvSpPr/>
                  <p:nvPr/>
                </p:nvSpPr>
                <p:spPr>
                  <a:xfrm>
                    <a:off x="9214377" y="553680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8" name="楕円 707">
                    <a:extLst>
                      <a:ext uri="{FF2B5EF4-FFF2-40B4-BE49-F238E27FC236}">
                        <a16:creationId xmlns:a16="http://schemas.microsoft.com/office/drawing/2014/main" id="{0A7EA234-1C38-8FDB-2D75-81F5964B7C25}"/>
                      </a:ext>
                    </a:extLst>
                  </p:cNvPr>
                  <p:cNvSpPr/>
                  <p:nvPr/>
                </p:nvSpPr>
                <p:spPr>
                  <a:xfrm>
                    <a:off x="10080075" y="4613619"/>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94" name="グループ化 693">
                  <a:extLst>
                    <a:ext uri="{FF2B5EF4-FFF2-40B4-BE49-F238E27FC236}">
                      <a16:creationId xmlns:a16="http://schemas.microsoft.com/office/drawing/2014/main" id="{BF44EB7C-8655-C2AF-D8EC-08F1B68FB340}"/>
                    </a:ext>
                  </a:extLst>
                </p:cNvPr>
                <p:cNvGrpSpPr>
                  <a:grpSpLocks noChangeAspect="1"/>
                </p:cNvGrpSpPr>
                <p:nvPr/>
              </p:nvGrpSpPr>
              <p:grpSpPr>
                <a:xfrm rot="10800000">
                  <a:off x="8639936" y="4332995"/>
                  <a:ext cx="360000" cy="900000"/>
                  <a:chOff x="10974050" y="4410803"/>
                  <a:chExt cx="723411" cy="1726260"/>
                </a:xfrm>
                <a:grpFill/>
              </p:grpSpPr>
              <p:cxnSp>
                <p:nvCxnSpPr>
                  <p:cNvPr id="703" name="コネクタ: カギ線 702">
                    <a:extLst>
                      <a:ext uri="{FF2B5EF4-FFF2-40B4-BE49-F238E27FC236}">
                        <a16:creationId xmlns:a16="http://schemas.microsoft.com/office/drawing/2014/main" id="{24C83F60-6C3D-5B0F-BAB7-10944783FB8C}"/>
                      </a:ext>
                    </a:extLst>
                  </p:cNvPr>
                  <p:cNvCxnSpPr>
                    <a:cxnSpLocks/>
                  </p:cNvCxnSpPr>
                  <p:nvPr/>
                </p:nvCxnSpPr>
                <p:spPr>
                  <a:xfrm rot="16200000" flipH="1">
                    <a:off x="10516848" y="4958007"/>
                    <a:ext cx="1637815" cy="633410"/>
                  </a:xfrm>
                  <a:prstGeom prst="bentConnector3">
                    <a:avLst>
                      <a:gd name="adj1" fmla="val 50000"/>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704" name="楕円 703">
                    <a:extLst>
                      <a:ext uri="{FF2B5EF4-FFF2-40B4-BE49-F238E27FC236}">
                        <a16:creationId xmlns:a16="http://schemas.microsoft.com/office/drawing/2014/main" id="{7E907102-4176-75E8-4ED1-2243E9C12175}"/>
                      </a:ext>
                    </a:extLst>
                  </p:cNvPr>
                  <p:cNvSpPr/>
                  <p:nvPr/>
                </p:nvSpPr>
                <p:spPr>
                  <a:xfrm>
                    <a:off x="10974050" y="441080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5" name="楕円 704">
                    <a:extLst>
                      <a:ext uri="{FF2B5EF4-FFF2-40B4-BE49-F238E27FC236}">
                        <a16:creationId xmlns:a16="http://schemas.microsoft.com/office/drawing/2014/main" id="{1325D15A-4A40-87AA-4517-63DFDB6F4F0E}"/>
                      </a:ext>
                    </a:extLst>
                  </p:cNvPr>
                  <p:cNvSpPr/>
                  <p:nvPr/>
                </p:nvSpPr>
                <p:spPr>
                  <a:xfrm>
                    <a:off x="11607461" y="604706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95" name="グループ化 694">
                  <a:extLst>
                    <a:ext uri="{FF2B5EF4-FFF2-40B4-BE49-F238E27FC236}">
                      <a16:creationId xmlns:a16="http://schemas.microsoft.com/office/drawing/2014/main" id="{E3B6E84A-11D5-54A3-7FD8-0624833923F1}"/>
                    </a:ext>
                  </a:extLst>
                </p:cNvPr>
                <p:cNvGrpSpPr>
                  <a:grpSpLocks noChangeAspect="1"/>
                </p:cNvGrpSpPr>
                <p:nvPr/>
              </p:nvGrpSpPr>
              <p:grpSpPr>
                <a:xfrm rot="5400000">
                  <a:off x="9227019" y="3465021"/>
                  <a:ext cx="72000" cy="1080000"/>
                  <a:chOff x="8774478" y="2962651"/>
                  <a:chExt cx="78776" cy="1124716"/>
                </a:xfrm>
                <a:grpFill/>
              </p:grpSpPr>
              <p:cxnSp>
                <p:nvCxnSpPr>
                  <p:cNvPr id="700" name="直線コネクタ 699">
                    <a:extLst>
                      <a:ext uri="{FF2B5EF4-FFF2-40B4-BE49-F238E27FC236}">
                        <a16:creationId xmlns:a16="http://schemas.microsoft.com/office/drawing/2014/main" id="{7E60E3FC-3ADE-5285-1A1E-DD585027FE8E}"/>
                      </a:ext>
                    </a:extLst>
                  </p:cNvPr>
                  <p:cNvCxnSpPr>
                    <a:cxnSpLocks/>
                  </p:cNvCxnSpPr>
                  <p:nvPr/>
                </p:nvCxnSpPr>
                <p:spPr>
                  <a:xfrm>
                    <a:off x="8811828" y="2985009"/>
                    <a:ext cx="10852" cy="1080000"/>
                  </a:xfrm>
                  <a:prstGeom prst="line">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701" name="楕円 700">
                    <a:extLst>
                      <a:ext uri="{FF2B5EF4-FFF2-40B4-BE49-F238E27FC236}">
                        <a16:creationId xmlns:a16="http://schemas.microsoft.com/office/drawing/2014/main" id="{CC2CC76F-BC50-DA9C-CD74-956AFCB9F1BE}"/>
                      </a:ext>
                    </a:extLst>
                  </p:cNvPr>
                  <p:cNvSpPr/>
                  <p:nvPr/>
                </p:nvSpPr>
                <p:spPr>
                  <a:xfrm>
                    <a:off x="8774478" y="2962651"/>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2" name="楕円 701">
                    <a:extLst>
                      <a:ext uri="{FF2B5EF4-FFF2-40B4-BE49-F238E27FC236}">
                        <a16:creationId xmlns:a16="http://schemas.microsoft.com/office/drawing/2014/main" id="{E9AAC54A-4D0D-19EA-D15D-5DC6C5B64862}"/>
                      </a:ext>
                    </a:extLst>
                  </p:cNvPr>
                  <p:cNvSpPr/>
                  <p:nvPr/>
                </p:nvSpPr>
                <p:spPr>
                  <a:xfrm>
                    <a:off x="8781254" y="4015367"/>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96" name="グループ化 695">
                  <a:extLst>
                    <a:ext uri="{FF2B5EF4-FFF2-40B4-BE49-F238E27FC236}">
                      <a16:creationId xmlns:a16="http://schemas.microsoft.com/office/drawing/2014/main" id="{C23E1675-1F50-2F82-0929-C5E2A50BA971}"/>
                    </a:ext>
                  </a:extLst>
                </p:cNvPr>
                <p:cNvGrpSpPr>
                  <a:grpSpLocks noChangeAspect="1"/>
                </p:cNvGrpSpPr>
                <p:nvPr/>
              </p:nvGrpSpPr>
              <p:grpSpPr>
                <a:xfrm rot="5400000">
                  <a:off x="9227019" y="3622765"/>
                  <a:ext cx="72000" cy="1080000"/>
                  <a:chOff x="8774478" y="2962651"/>
                  <a:chExt cx="78776" cy="1124716"/>
                </a:xfrm>
                <a:grpFill/>
              </p:grpSpPr>
              <p:cxnSp>
                <p:nvCxnSpPr>
                  <p:cNvPr id="697" name="直線コネクタ 696">
                    <a:extLst>
                      <a:ext uri="{FF2B5EF4-FFF2-40B4-BE49-F238E27FC236}">
                        <a16:creationId xmlns:a16="http://schemas.microsoft.com/office/drawing/2014/main" id="{C8EF1AD8-CD1D-3C1D-2B09-FFB14C66C12D}"/>
                      </a:ext>
                    </a:extLst>
                  </p:cNvPr>
                  <p:cNvCxnSpPr>
                    <a:cxnSpLocks/>
                  </p:cNvCxnSpPr>
                  <p:nvPr/>
                </p:nvCxnSpPr>
                <p:spPr>
                  <a:xfrm>
                    <a:off x="8811828" y="2985009"/>
                    <a:ext cx="10852" cy="1080000"/>
                  </a:xfrm>
                  <a:prstGeom prst="line">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698" name="楕円 697">
                    <a:extLst>
                      <a:ext uri="{FF2B5EF4-FFF2-40B4-BE49-F238E27FC236}">
                        <a16:creationId xmlns:a16="http://schemas.microsoft.com/office/drawing/2014/main" id="{8A61B18F-8BEA-D6B8-CCA7-B6211C5CF27D}"/>
                      </a:ext>
                    </a:extLst>
                  </p:cNvPr>
                  <p:cNvSpPr/>
                  <p:nvPr/>
                </p:nvSpPr>
                <p:spPr>
                  <a:xfrm>
                    <a:off x="8774478" y="2962651"/>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9" name="楕円 698">
                    <a:extLst>
                      <a:ext uri="{FF2B5EF4-FFF2-40B4-BE49-F238E27FC236}">
                        <a16:creationId xmlns:a16="http://schemas.microsoft.com/office/drawing/2014/main" id="{F25BF61E-3F9F-BB40-FF84-0FC98CCA6D5E}"/>
                      </a:ext>
                    </a:extLst>
                  </p:cNvPr>
                  <p:cNvSpPr/>
                  <p:nvPr/>
                </p:nvSpPr>
                <p:spPr>
                  <a:xfrm>
                    <a:off x="8781254" y="4015367"/>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grpSp>
          <p:nvGrpSpPr>
            <p:cNvPr id="505" name="グループ化 504">
              <a:extLst>
                <a:ext uri="{FF2B5EF4-FFF2-40B4-BE49-F238E27FC236}">
                  <a16:creationId xmlns:a16="http://schemas.microsoft.com/office/drawing/2014/main" id="{67720237-74AD-2B7F-414D-1ECF2755654C}"/>
                </a:ext>
              </a:extLst>
            </p:cNvPr>
            <p:cNvGrpSpPr/>
            <p:nvPr/>
          </p:nvGrpSpPr>
          <p:grpSpPr>
            <a:xfrm>
              <a:off x="6117990" y="5066423"/>
              <a:ext cx="1551724" cy="1800000"/>
              <a:chOff x="6110808" y="5058000"/>
              <a:chExt cx="1551724" cy="1800000"/>
            </a:xfrm>
            <a:solidFill>
              <a:srgbClr val="FBFAFF"/>
            </a:solidFill>
          </p:grpSpPr>
          <p:sp>
            <p:nvSpPr>
              <p:cNvPr id="663" name="六角形 662">
                <a:extLst>
                  <a:ext uri="{FF2B5EF4-FFF2-40B4-BE49-F238E27FC236}">
                    <a16:creationId xmlns:a16="http://schemas.microsoft.com/office/drawing/2014/main" id="{BAE5942A-5143-9068-7622-464BB4099BD9}"/>
                  </a:ext>
                </a:extLst>
              </p:cNvPr>
              <p:cNvSpPr>
                <a:spLocks noChangeAspect="1"/>
              </p:cNvSpPr>
              <p:nvPr/>
            </p:nvSpPr>
            <p:spPr>
              <a:xfrm rot="5400000">
                <a:off x="5986670" y="5182138"/>
                <a:ext cx="1800000" cy="1551724"/>
              </a:xfrm>
              <a:prstGeom prst="hexagon">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64" name="グループ化 663">
                <a:extLst>
                  <a:ext uri="{FF2B5EF4-FFF2-40B4-BE49-F238E27FC236}">
                    <a16:creationId xmlns:a16="http://schemas.microsoft.com/office/drawing/2014/main" id="{79FFBC36-A530-AA07-F969-3DCFB934311A}"/>
                  </a:ext>
                </a:extLst>
              </p:cNvPr>
              <p:cNvGrpSpPr/>
              <p:nvPr/>
            </p:nvGrpSpPr>
            <p:grpSpPr>
              <a:xfrm rot="16200000">
                <a:off x="6290807" y="5394307"/>
                <a:ext cx="1249190" cy="1263974"/>
                <a:chOff x="6290807" y="5394307"/>
                <a:chExt cx="1249190" cy="1263974"/>
              </a:xfrm>
              <a:grpFill/>
            </p:grpSpPr>
            <p:grpSp>
              <p:nvGrpSpPr>
                <p:cNvPr id="665" name="グループ化 664">
                  <a:extLst>
                    <a:ext uri="{FF2B5EF4-FFF2-40B4-BE49-F238E27FC236}">
                      <a16:creationId xmlns:a16="http://schemas.microsoft.com/office/drawing/2014/main" id="{6020C963-E5F8-C34F-CA98-6FCDCA032396}"/>
                    </a:ext>
                  </a:extLst>
                </p:cNvPr>
                <p:cNvGrpSpPr>
                  <a:grpSpLocks noChangeAspect="1"/>
                </p:cNvGrpSpPr>
                <p:nvPr/>
              </p:nvGrpSpPr>
              <p:grpSpPr>
                <a:xfrm rot="16200000">
                  <a:off x="6729997" y="5688000"/>
                  <a:ext cx="1080000" cy="540000"/>
                  <a:chOff x="10270575" y="5615231"/>
                  <a:chExt cx="1671150" cy="956776"/>
                </a:xfrm>
                <a:grpFill/>
              </p:grpSpPr>
              <p:cxnSp>
                <p:nvCxnSpPr>
                  <p:cNvPr id="686" name="コネクタ: カギ線 685">
                    <a:extLst>
                      <a:ext uri="{FF2B5EF4-FFF2-40B4-BE49-F238E27FC236}">
                        <a16:creationId xmlns:a16="http://schemas.microsoft.com/office/drawing/2014/main" id="{3A8A6B67-A2AC-6764-7E5F-B141075C0FEF}"/>
                      </a:ext>
                    </a:extLst>
                  </p:cNvPr>
                  <p:cNvCxnSpPr>
                    <a:cxnSpLocks/>
                  </p:cNvCxnSpPr>
                  <p:nvPr/>
                </p:nvCxnSpPr>
                <p:spPr>
                  <a:xfrm>
                    <a:off x="10315575" y="5660232"/>
                    <a:ext cx="1581150" cy="866775"/>
                  </a:xfrm>
                  <a:prstGeom prst="bentConnector3">
                    <a:avLst>
                      <a:gd name="adj1" fmla="val 54819"/>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687" name="楕円 686">
                    <a:extLst>
                      <a:ext uri="{FF2B5EF4-FFF2-40B4-BE49-F238E27FC236}">
                        <a16:creationId xmlns:a16="http://schemas.microsoft.com/office/drawing/2014/main" id="{F621C432-6B21-D2DE-2D6D-3A5B2DE4C913}"/>
                      </a:ext>
                    </a:extLst>
                  </p:cNvPr>
                  <p:cNvSpPr/>
                  <p:nvPr/>
                </p:nvSpPr>
                <p:spPr>
                  <a:xfrm>
                    <a:off x="10270575" y="5615231"/>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88" name="楕円 687">
                    <a:extLst>
                      <a:ext uri="{FF2B5EF4-FFF2-40B4-BE49-F238E27FC236}">
                        <a16:creationId xmlns:a16="http://schemas.microsoft.com/office/drawing/2014/main" id="{3C5CC827-0538-237A-5B26-5EE44DC8A996}"/>
                      </a:ext>
                    </a:extLst>
                  </p:cNvPr>
                  <p:cNvSpPr/>
                  <p:nvPr/>
                </p:nvSpPr>
                <p:spPr>
                  <a:xfrm>
                    <a:off x="11851725" y="6482007"/>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66" name="グループ化 665">
                  <a:extLst>
                    <a:ext uri="{FF2B5EF4-FFF2-40B4-BE49-F238E27FC236}">
                      <a16:creationId xmlns:a16="http://schemas.microsoft.com/office/drawing/2014/main" id="{4DD4C938-C001-BC8D-872F-ADCEE6DBD4B0}"/>
                    </a:ext>
                  </a:extLst>
                </p:cNvPr>
                <p:cNvGrpSpPr>
                  <a:grpSpLocks noChangeAspect="1"/>
                </p:cNvGrpSpPr>
                <p:nvPr/>
              </p:nvGrpSpPr>
              <p:grpSpPr>
                <a:xfrm rot="16200000" flipV="1">
                  <a:off x="6931670" y="5688000"/>
                  <a:ext cx="450000" cy="540000"/>
                  <a:chOff x="9214377" y="4613619"/>
                  <a:chExt cx="955698" cy="1013184"/>
                </a:xfrm>
                <a:grpFill/>
              </p:grpSpPr>
              <p:cxnSp>
                <p:nvCxnSpPr>
                  <p:cNvPr id="683" name="コネクタ: カギ線 682">
                    <a:extLst>
                      <a:ext uri="{FF2B5EF4-FFF2-40B4-BE49-F238E27FC236}">
                        <a16:creationId xmlns:a16="http://schemas.microsoft.com/office/drawing/2014/main" id="{F2CF2FA4-8C9D-1E2E-CECE-E36DC848D683}"/>
                      </a:ext>
                    </a:extLst>
                  </p:cNvPr>
                  <p:cNvCxnSpPr>
                    <a:cxnSpLocks/>
                  </p:cNvCxnSpPr>
                  <p:nvPr/>
                </p:nvCxnSpPr>
                <p:spPr>
                  <a:xfrm rot="5400000" flipH="1" flipV="1">
                    <a:off x="9230635" y="4687363"/>
                    <a:ext cx="923182" cy="865697"/>
                  </a:xfrm>
                  <a:prstGeom prst="bentConnector3">
                    <a:avLst>
                      <a:gd name="adj1" fmla="val -97542"/>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684" name="楕円 683">
                    <a:extLst>
                      <a:ext uri="{FF2B5EF4-FFF2-40B4-BE49-F238E27FC236}">
                        <a16:creationId xmlns:a16="http://schemas.microsoft.com/office/drawing/2014/main" id="{A32940B4-491E-FB27-4F62-F8D1837F81A2}"/>
                      </a:ext>
                    </a:extLst>
                  </p:cNvPr>
                  <p:cNvSpPr/>
                  <p:nvPr/>
                </p:nvSpPr>
                <p:spPr>
                  <a:xfrm>
                    <a:off x="9214377" y="553680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85" name="楕円 684">
                    <a:extLst>
                      <a:ext uri="{FF2B5EF4-FFF2-40B4-BE49-F238E27FC236}">
                        <a16:creationId xmlns:a16="http://schemas.microsoft.com/office/drawing/2014/main" id="{00709903-3682-AB74-16C0-FE76C39A985F}"/>
                      </a:ext>
                    </a:extLst>
                  </p:cNvPr>
                  <p:cNvSpPr/>
                  <p:nvPr/>
                </p:nvSpPr>
                <p:spPr>
                  <a:xfrm>
                    <a:off x="10080075" y="4613619"/>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67" name="グループ化 666">
                  <a:extLst>
                    <a:ext uri="{FF2B5EF4-FFF2-40B4-BE49-F238E27FC236}">
                      <a16:creationId xmlns:a16="http://schemas.microsoft.com/office/drawing/2014/main" id="{7C352ADB-16F0-7A9B-261B-BBC6E20D57EB}"/>
                    </a:ext>
                  </a:extLst>
                </p:cNvPr>
                <p:cNvGrpSpPr>
                  <a:grpSpLocks noChangeAspect="1"/>
                </p:cNvGrpSpPr>
                <p:nvPr/>
              </p:nvGrpSpPr>
              <p:grpSpPr>
                <a:xfrm>
                  <a:off x="6886670" y="5958000"/>
                  <a:ext cx="300000" cy="360000"/>
                  <a:chOff x="9214377" y="4613619"/>
                  <a:chExt cx="955698" cy="1013184"/>
                </a:xfrm>
                <a:grpFill/>
              </p:grpSpPr>
              <p:cxnSp>
                <p:nvCxnSpPr>
                  <p:cNvPr id="680" name="コネクタ: カギ線 679">
                    <a:extLst>
                      <a:ext uri="{FF2B5EF4-FFF2-40B4-BE49-F238E27FC236}">
                        <a16:creationId xmlns:a16="http://schemas.microsoft.com/office/drawing/2014/main" id="{032FCA26-7825-9C3F-4A7C-6071671C12FD}"/>
                      </a:ext>
                    </a:extLst>
                  </p:cNvPr>
                  <p:cNvCxnSpPr>
                    <a:cxnSpLocks/>
                  </p:cNvCxnSpPr>
                  <p:nvPr/>
                </p:nvCxnSpPr>
                <p:spPr>
                  <a:xfrm rot="5400000" flipH="1" flipV="1">
                    <a:off x="9230635" y="4687363"/>
                    <a:ext cx="923182" cy="865697"/>
                  </a:xfrm>
                  <a:prstGeom prst="bentConnector3">
                    <a:avLst>
                      <a:gd name="adj1" fmla="val -97542"/>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681" name="楕円 680">
                    <a:extLst>
                      <a:ext uri="{FF2B5EF4-FFF2-40B4-BE49-F238E27FC236}">
                        <a16:creationId xmlns:a16="http://schemas.microsoft.com/office/drawing/2014/main" id="{E7A3E2D6-8DC6-7F96-9050-B5568BE49EE2}"/>
                      </a:ext>
                    </a:extLst>
                  </p:cNvPr>
                  <p:cNvSpPr/>
                  <p:nvPr/>
                </p:nvSpPr>
                <p:spPr>
                  <a:xfrm>
                    <a:off x="9214377" y="553680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82" name="楕円 681">
                    <a:extLst>
                      <a:ext uri="{FF2B5EF4-FFF2-40B4-BE49-F238E27FC236}">
                        <a16:creationId xmlns:a16="http://schemas.microsoft.com/office/drawing/2014/main" id="{86A7CE28-65A4-C5AB-200D-F46BB0362143}"/>
                      </a:ext>
                    </a:extLst>
                  </p:cNvPr>
                  <p:cNvSpPr/>
                  <p:nvPr/>
                </p:nvSpPr>
                <p:spPr>
                  <a:xfrm>
                    <a:off x="10080075" y="4613619"/>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68" name="グループ化 667">
                  <a:extLst>
                    <a:ext uri="{FF2B5EF4-FFF2-40B4-BE49-F238E27FC236}">
                      <a16:creationId xmlns:a16="http://schemas.microsoft.com/office/drawing/2014/main" id="{FA2F1E3C-EB19-EA8A-E33D-C2420B6673D5}"/>
                    </a:ext>
                  </a:extLst>
                </p:cNvPr>
                <p:cNvGrpSpPr>
                  <a:grpSpLocks noChangeAspect="1"/>
                </p:cNvGrpSpPr>
                <p:nvPr/>
              </p:nvGrpSpPr>
              <p:grpSpPr>
                <a:xfrm rot="10800000">
                  <a:off x="6290807" y="5758281"/>
                  <a:ext cx="360000" cy="900000"/>
                  <a:chOff x="10974050" y="4410803"/>
                  <a:chExt cx="723411" cy="1726260"/>
                </a:xfrm>
                <a:grpFill/>
              </p:grpSpPr>
              <p:cxnSp>
                <p:nvCxnSpPr>
                  <p:cNvPr id="677" name="コネクタ: カギ線 676">
                    <a:extLst>
                      <a:ext uri="{FF2B5EF4-FFF2-40B4-BE49-F238E27FC236}">
                        <a16:creationId xmlns:a16="http://schemas.microsoft.com/office/drawing/2014/main" id="{E2D1D634-331E-A9B7-3A06-C6F1364B5423}"/>
                      </a:ext>
                    </a:extLst>
                  </p:cNvPr>
                  <p:cNvCxnSpPr>
                    <a:cxnSpLocks/>
                  </p:cNvCxnSpPr>
                  <p:nvPr/>
                </p:nvCxnSpPr>
                <p:spPr>
                  <a:xfrm rot="16200000" flipH="1">
                    <a:off x="10516848" y="4958007"/>
                    <a:ext cx="1637815" cy="633410"/>
                  </a:xfrm>
                  <a:prstGeom prst="bentConnector3">
                    <a:avLst>
                      <a:gd name="adj1" fmla="val 50000"/>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678" name="楕円 677">
                    <a:extLst>
                      <a:ext uri="{FF2B5EF4-FFF2-40B4-BE49-F238E27FC236}">
                        <a16:creationId xmlns:a16="http://schemas.microsoft.com/office/drawing/2014/main" id="{2C2931FD-E9E8-DA67-FF87-935C5600734A}"/>
                      </a:ext>
                    </a:extLst>
                  </p:cNvPr>
                  <p:cNvSpPr/>
                  <p:nvPr/>
                </p:nvSpPr>
                <p:spPr>
                  <a:xfrm>
                    <a:off x="10974050" y="441080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9" name="楕円 678">
                    <a:extLst>
                      <a:ext uri="{FF2B5EF4-FFF2-40B4-BE49-F238E27FC236}">
                        <a16:creationId xmlns:a16="http://schemas.microsoft.com/office/drawing/2014/main" id="{F751CCE6-9D8C-0691-0AC2-FA84E5100CE8}"/>
                      </a:ext>
                    </a:extLst>
                  </p:cNvPr>
                  <p:cNvSpPr/>
                  <p:nvPr/>
                </p:nvSpPr>
                <p:spPr>
                  <a:xfrm>
                    <a:off x="11607461" y="604706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69" name="グループ化 668">
                  <a:extLst>
                    <a:ext uri="{FF2B5EF4-FFF2-40B4-BE49-F238E27FC236}">
                      <a16:creationId xmlns:a16="http://schemas.microsoft.com/office/drawing/2014/main" id="{286BD842-3EE9-4295-D838-EFECB6D9DA89}"/>
                    </a:ext>
                  </a:extLst>
                </p:cNvPr>
                <p:cNvGrpSpPr>
                  <a:grpSpLocks noChangeAspect="1"/>
                </p:cNvGrpSpPr>
                <p:nvPr/>
              </p:nvGrpSpPr>
              <p:grpSpPr>
                <a:xfrm rot="5400000">
                  <a:off x="6877890" y="4890307"/>
                  <a:ext cx="72000" cy="1080000"/>
                  <a:chOff x="8774478" y="2962651"/>
                  <a:chExt cx="78776" cy="1124716"/>
                </a:xfrm>
                <a:grpFill/>
              </p:grpSpPr>
              <p:cxnSp>
                <p:nvCxnSpPr>
                  <p:cNvPr id="674" name="直線コネクタ 673">
                    <a:extLst>
                      <a:ext uri="{FF2B5EF4-FFF2-40B4-BE49-F238E27FC236}">
                        <a16:creationId xmlns:a16="http://schemas.microsoft.com/office/drawing/2014/main" id="{35AA76BE-114A-5A07-2E3A-6A843D3F77D0}"/>
                      </a:ext>
                    </a:extLst>
                  </p:cNvPr>
                  <p:cNvCxnSpPr>
                    <a:cxnSpLocks/>
                  </p:cNvCxnSpPr>
                  <p:nvPr/>
                </p:nvCxnSpPr>
                <p:spPr>
                  <a:xfrm>
                    <a:off x="8811828" y="2985009"/>
                    <a:ext cx="10852" cy="1080000"/>
                  </a:xfrm>
                  <a:prstGeom prst="line">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675" name="楕円 674">
                    <a:extLst>
                      <a:ext uri="{FF2B5EF4-FFF2-40B4-BE49-F238E27FC236}">
                        <a16:creationId xmlns:a16="http://schemas.microsoft.com/office/drawing/2014/main" id="{0BD551D8-C358-44D5-656A-80C1BDF4BF6B}"/>
                      </a:ext>
                    </a:extLst>
                  </p:cNvPr>
                  <p:cNvSpPr/>
                  <p:nvPr/>
                </p:nvSpPr>
                <p:spPr>
                  <a:xfrm>
                    <a:off x="8774478" y="2962651"/>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6" name="楕円 675">
                    <a:extLst>
                      <a:ext uri="{FF2B5EF4-FFF2-40B4-BE49-F238E27FC236}">
                        <a16:creationId xmlns:a16="http://schemas.microsoft.com/office/drawing/2014/main" id="{11E31E50-17BA-FAA3-35E6-00AC64862AED}"/>
                      </a:ext>
                    </a:extLst>
                  </p:cNvPr>
                  <p:cNvSpPr/>
                  <p:nvPr/>
                </p:nvSpPr>
                <p:spPr>
                  <a:xfrm>
                    <a:off x="8781254" y="4015367"/>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70" name="グループ化 669">
                  <a:extLst>
                    <a:ext uri="{FF2B5EF4-FFF2-40B4-BE49-F238E27FC236}">
                      <a16:creationId xmlns:a16="http://schemas.microsoft.com/office/drawing/2014/main" id="{E3C41BAF-8DCD-B3D6-10DE-CC5C3EDB5287}"/>
                    </a:ext>
                  </a:extLst>
                </p:cNvPr>
                <p:cNvGrpSpPr>
                  <a:grpSpLocks noChangeAspect="1"/>
                </p:cNvGrpSpPr>
                <p:nvPr/>
              </p:nvGrpSpPr>
              <p:grpSpPr>
                <a:xfrm rot="5400000">
                  <a:off x="6877890" y="5048051"/>
                  <a:ext cx="72000" cy="1080000"/>
                  <a:chOff x="8774478" y="2962651"/>
                  <a:chExt cx="78776" cy="1124716"/>
                </a:xfrm>
                <a:grpFill/>
              </p:grpSpPr>
              <p:cxnSp>
                <p:nvCxnSpPr>
                  <p:cNvPr id="671" name="直線コネクタ 670">
                    <a:extLst>
                      <a:ext uri="{FF2B5EF4-FFF2-40B4-BE49-F238E27FC236}">
                        <a16:creationId xmlns:a16="http://schemas.microsoft.com/office/drawing/2014/main" id="{F396DE11-B1F0-B0A0-1FE9-83C2FDF22C9A}"/>
                      </a:ext>
                    </a:extLst>
                  </p:cNvPr>
                  <p:cNvCxnSpPr>
                    <a:cxnSpLocks/>
                  </p:cNvCxnSpPr>
                  <p:nvPr/>
                </p:nvCxnSpPr>
                <p:spPr>
                  <a:xfrm>
                    <a:off x="8811828" y="2985009"/>
                    <a:ext cx="10852" cy="1080000"/>
                  </a:xfrm>
                  <a:prstGeom prst="line">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672" name="楕円 671">
                    <a:extLst>
                      <a:ext uri="{FF2B5EF4-FFF2-40B4-BE49-F238E27FC236}">
                        <a16:creationId xmlns:a16="http://schemas.microsoft.com/office/drawing/2014/main" id="{F51277EA-D875-B2F7-A4E2-8A0459444BED}"/>
                      </a:ext>
                    </a:extLst>
                  </p:cNvPr>
                  <p:cNvSpPr/>
                  <p:nvPr/>
                </p:nvSpPr>
                <p:spPr>
                  <a:xfrm>
                    <a:off x="8774478" y="2962651"/>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3" name="楕円 672">
                    <a:extLst>
                      <a:ext uri="{FF2B5EF4-FFF2-40B4-BE49-F238E27FC236}">
                        <a16:creationId xmlns:a16="http://schemas.microsoft.com/office/drawing/2014/main" id="{7134175D-45B7-6FC5-E98A-E5933A55AB60}"/>
                      </a:ext>
                    </a:extLst>
                  </p:cNvPr>
                  <p:cNvSpPr/>
                  <p:nvPr/>
                </p:nvSpPr>
                <p:spPr>
                  <a:xfrm>
                    <a:off x="8781254" y="4015367"/>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grpSp>
          <p:nvGrpSpPr>
            <p:cNvPr id="506" name="グループ化 505">
              <a:extLst>
                <a:ext uri="{FF2B5EF4-FFF2-40B4-BE49-F238E27FC236}">
                  <a16:creationId xmlns:a16="http://schemas.microsoft.com/office/drawing/2014/main" id="{B5AFC64A-A2A7-DAF4-1BC3-AD2E43BE6C60}"/>
                </a:ext>
              </a:extLst>
            </p:cNvPr>
            <p:cNvGrpSpPr/>
            <p:nvPr/>
          </p:nvGrpSpPr>
          <p:grpSpPr>
            <a:xfrm rot="5400000">
              <a:off x="7559937" y="5190561"/>
              <a:ext cx="1800000" cy="1551724"/>
              <a:chOff x="8154186" y="2653138"/>
              <a:chExt cx="1800000" cy="1551724"/>
            </a:xfrm>
            <a:solidFill>
              <a:srgbClr val="FBFAFF"/>
            </a:solidFill>
          </p:grpSpPr>
          <p:sp>
            <p:nvSpPr>
              <p:cNvPr id="638" name="六角形 637">
                <a:extLst>
                  <a:ext uri="{FF2B5EF4-FFF2-40B4-BE49-F238E27FC236}">
                    <a16:creationId xmlns:a16="http://schemas.microsoft.com/office/drawing/2014/main" id="{1167B9CC-05B4-D4A8-839E-80361BD0BED8}"/>
                  </a:ext>
                </a:extLst>
              </p:cNvPr>
              <p:cNvSpPr>
                <a:spLocks noChangeAspect="1"/>
              </p:cNvSpPr>
              <p:nvPr/>
            </p:nvSpPr>
            <p:spPr>
              <a:xfrm>
                <a:off x="8154186" y="2653138"/>
                <a:ext cx="1800000" cy="1551724"/>
              </a:xfrm>
              <a:prstGeom prst="hexagon">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39" name="グループ化 638">
                <a:extLst>
                  <a:ext uri="{FF2B5EF4-FFF2-40B4-BE49-F238E27FC236}">
                    <a16:creationId xmlns:a16="http://schemas.microsoft.com/office/drawing/2014/main" id="{F429B5AA-B6E1-F2D9-99A4-3B9CA52479CF}"/>
                  </a:ext>
                </a:extLst>
              </p:cNvPr>
              <p:cNvGrpSpPr>
                <a:grpSpLocks noChangeAspect="1"/>
              </p:cNvGrpSpPr>
              <p:nvPr/>
            </p:nvGrpSpPr>
            <p:grpSpPr>
              <a:xfrm rot="10800000">
                <a:off x="8514186" y="2775673"/>
                <a:ext cx="1080000" cy="540000"/>
                <a:chOff x="10270575" y="5615231"/>
                <a:chExt cx="1671150" cy="956776"/>
              </a:xfrm>
              <a:grpFill/>
            </p:grpSpPr>
            <p:cxnSp>
              <p:nvCxnSpPr>
                <p:cNvPr id="660" name="コネクタ: カギ線 659">
                  <a:extLst>
                    <a:ext uri="{FF2B5EF4-FFF2-40B4-BE49-F238E27FC236}">
                      <a16:creationId xmlns:a16="http://schemas.microsoft.com/office/drawing/2014/main" id="{2DD87C78-CD48-27B7-E85A-87DCD3DD636B}"/>
                    </a:ext>
                  </a:extLst>
                </p:cNvPr>
                <p:cNvCxnSpPr>
                  <a:cxnSpLocks/>
                </p:cNvCxnSpPr>
                <p:nvPr/>
              </p:nvCxnSpPr>
              <p:spPr>
                <a:xfrm>
                  <a:off x="10315575" y="5660232"/>
                  <a:ext cx="1581150" cy="866775"/>
                </a:xfrm>
                <a:prstGeom prst="bentConnector3">
                  <a:avLst>
                    <a:gd name="adj1" fmla="val 54819"/>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661" name="楕円 660">
                  <a:extLst>
                    <a:ext uri="{FF2B5EF4-FFF2-40B4-BE49-F238E27FC236}">
                      <a16:creationId xmlns:a16="http://schemas.microsoft.com/office/drawing/2014/main" id="{F5D62E1B-7F53-D433-D476-EA5B3308FE19}"/>
                    </a:ext>
                  </a:extLst>
                </p:cNvPr>
                <p:cNvSpPr/>
                <p:nvPr/>
              </p:nvSpPr>
              <p:spPr>
                <a:xfrm>
                  <a:off x="10270575" y="5615231"/>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2" name="楕円 661">
                  <a:extLst>
                    <a:ext uri="{FF2B5EF4-FFF2-40B4-BE49-F238E27FC236}">
                      <a16:creationId xmlns:a16="http://schemas.microsoft.com/office/drawing/2014/main" id="{E81E498E-F67C-BA80-4A71-02EA69787933}"/>
                    </a:ext>
                  </a:extLst>
                </p:cNvPr>
                <p:cNvSpPr/>
                <p:nvPr/>
              </p:nvSpPr>
              <p:spPr>
                <a:xfrm>
                  <a:off x="11851725" y="6482007"/>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40" name="グループ化 639">
                <a:extLst>
                  <a:ext uri="{FF2B5EF4-FFF2-40B4-BE49-F238E27FC236}">
                    <a16:creationId xmlns:a16="http://schemas.microsoft.com/office/drawing/2014/main" id="{FF142F96-DA27-5714-8166-A6EF94D796CA}"/>
                  </a:ext>
                </a:extLst>
              </p:cNvPr>
              <p:cNvGrpSpPr>
                <a:grpSpLocks noChangeAspect="1"/>
              </p:cNvGrpSpPr>
              <p:nvPr/>
            </p:nvGrpSpPr>
            <p:grpSpPr>
              <a:xfrm rot="10800000" flipV="1">
                <a:off x="8829186" y="2889000"/>
                <a:ext cx="450000" cy="540000"/>
                <a:chOff x="9214377" y="4613619"/>
                <a:chExt cx="955698" cy="1013184"/>
              </a:xfrm>
              <a:grpFill/>
            </p:grpSpPr>
            <p:cxnSp>
              <p:nvCxnSpPr>
                <p:cNvPr id="657" name="コネクタ: カギ線 656">
                  <a:extLst>
                    <a:ext uri="{FF2B5EF4-FFF2-40B4-BE49-F238E27FC236}">
                      <a16:creationId xmlns:a16="http://schemas.microsoft.com/office/drawing/2014/main" id="{7E50D801-2931-3C79-F2EF-966C3594CC14}"/>
                    </a:ext>
                  </a:extLst>
                </p:cNvPr>
                <p:cNvCxnSpPr>
                  <a:cxnSpLocks/>
                </p:cNvCxnSpPr>
                <p:nvPr/>
              </p:nvCxnSpPr>
              <p:spPr>
                <a:xfrm rot="5400000" flipH="1" flipV="1">
                  <a:off x="9230635" y="4687363"/>
                  <a:ext cx="923182" cy="865697"/>
                </a:xfrm>
                <a:prstGeom prst="bentConnector3">
                  <a:avLst>
                    <a:gd name="adj1" fmla="val -97542"/>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658" name="楕円 657">
                  <a:extLst>
                    <a:ext uri="{FF2B5EF4-FFF2-40B4-BE49-F238E27FC236}">
                      <a16:creationId xmlns:a16="http://schemas.microsoft.com/office/drawing/2014/main" id="{5BDEBAFD-0D4E-CB5A-D849-8EF0F96A2337}"/>
                    </a:ext>
                  </a:extLst>
                </p:cNvPr>
                <p:cNvSpPr/>
                <p:nvPr/>
              </p:nvSpPr>
              <p:spPr>
                <a:xfrm>
                  <a:off x="9214377" y="553680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59" name="楕円 658">
                  <a:extLst>
                    <a:ext uri="{FF2B5EF4-FFF2-40B4-BE49-F238E27FC236}">
                      <a16:creationId xmlns:a16="http://schemas.microsoft.com/office/drawing/2014/main" id="{C94C7788-B9FC-8ED0-1FDA-F36D233AB85A}"/>
                    </a:ext>
                  </a:extLst>
                </p:cNvPr>
                <p:cNvSpPr/>
                <p:nvPr/>
              </p:nvSpPr>
              <p:spPr>
                <a:xfrm>
                  <a:off x="10080075" y="4613619"/>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41" name="グループ化 640">
                <a:extLst>
                  <a:ext uri="{FF2B5EF4-FFF2-40B4-BE49-F238E27FC236}">
                    <a16:creationId xmlns:a16="http://schemas.microsoft.com/office/drawing/2014/main" id="{9393324C-18B7-8C9A-7D67-CC10BFF5645E}"/>
                  </a:ext>
                </a:extLst>
              </p:cNvPr>
              <p:cNvGrpSpPr>
                <a:grpSpLocks noChangeAspect="1"/>
              </p:cNvGrpSpPr>
              <p:nvPr/>
            </p:nvGrpSpPr>
            <p:grpSpPr>
              <a:xfrm rot="16200000">
                <a:off x="9084186" y="3099000"/>
                <a:ext cx="300000" cy="360000"/>
                <a:chOff x="9214377" y="4613619"/>
                <a:chExt cx="955698" cy="1013184"/>
              </a:xfrm>
              <a:grpFill/>
            </p:grpSpPr>
            <p:cxnSp>
              <p:nvCxnSpPr>
                <p:cNvPr id="654" name="コネクタ: カギ線 653">
                  <a:extLst>
                    <a:ext uri="{FF2B5EF4-FFF2-40B4-BE49-F238E27FC236}">
                      <a16:creationId xmlns:a16="http://schemas.microsoft.com/office/drawing/2014/main" id="{96AA5A2C-DE1B-588D-FE7A-749FA7368126}"/>
                    </a:ext>
                  </a:extLst>
                </p:cNvPr>
                <p:cNvCxnSpPr>
                  <a:cxnSpLocks/>
                </p:cNvCxnSpPr>
                <p:nvPr/>
              </p:nvCxnSpPr>
              <p:spPr>
                <a:xfrm rot="5400000" flipH="1" flipV="1">
                  <a:off x="9230635" y="4687363"/>
                  <a:ext cx="923182" cy="865697"/>
                </a:xfrm>
                <a:prstGeom prst="bentConnector3">
                  <a:avLst>
                    <a:gd name="adj1" fmla="val -97542"/>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655" name="楕円 654">
                  <a:extLst>
                    <a:ext uri="{FF2B5EF4-FFF2-40B4-BE49-F238E27FC236}">
                      <a16:creationId xmlns:a16="http://schemas.microsoft.com/office/drawing/2014/main" id="{ABD546EA-E98C-A1D2-DDAE-3467C233B13F}"/>
                    </a:ext>
                  </a:extLst>
                </p:cNvPr>
                <p:cNvSpPr/>
                <p:nvPr/>
              </p:nvSpPr>
              <p:spPr>
                <a:xfrm>
                  <a:off x="9214377" y="553680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56" name="楕円 655">
                  <a:extLst>
                    <a:ext uri="{FF2B5EF4-FFF2-40B4-BE49-F238E27FC236}">
                      <a16:creationId xmlns:a16="http://schemas.microsoft.com/office/drawing/2014/main" id="{F98FD221-9674-7A9E-2A05-3EB73298E64D}"/>
                    </a:ext>
                  </a:extLst>
                </p:cNvPr>
                <p:cNvSpPr/>
                <p:nvPr/>
              </p:nvSpPr>
              <p:spPr>
                <a:xfrm>
                  <a:off x="10080075" y="4613619"/>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42" name="グループ化 641">
                <a:extLst>
                  <a:ext uri="{FF2B5EF4-FFF2-40B4-BE49-F238E27FC236}">
                    <a16:creationId xmlns:a16="http://schemas.microsoft.com/office/drawing/2014/main" id="{8D8132DF-A298-9271-8AED-77979B1B8711}"/>
                  </a:ext>
                </a:extLst>
              </p:cNvPr>
              <p:cNvGrpSpPr>
                <a:grpSpLocks noChangeAspect="1"/>
              </p:cNvGrpSpPr>
              <p:nvPr/>
            </p:nvGrpSpPr>
            <p:grpSpPr>
              <a:xfrm rot="5400000">
                <a:off x="9124467" y="3394863"/>
                <a:ext cx="360000" cy="900000"/>
                <a:chOff x="10974050" y="4410803"/>
                <a:chExt cx="723411" cy="1726260"/>
              </a:xfrm>
              <a:grpFill/>
            </p:grpSpPr>
            <p:cxnSp>
              <p:nvCxnSpPr>
                <p:cNvPr id="651" name="コネクタ: カギ線 650">
                  <a:extLst>
                    <a:ext uri="{FF2B5EF4-FFF2-40B4-BE49-F238E27FC236}">
                      <a16:creationId xmlns:a16="http://schemas.microsoft.com/office/drawing/2014/main" id="{46E31D5A-A75B-7D01-8CA8-FF6C2561ED90}"/>
                    </a:ext>
                  </a:extLst>
                </p:cNvPr>
                <p:cNvCxnSpPr>
                  <a:cxnSpLocks/>
                </p:cNvCxnSpPr>
                <p:nvPr/>
              </p:nvCxnSpPr>
              <p:spPr>
                <a:xfrm rot="16200000" flipH="1">
                  <a:off x="10516848" y="4958007"/>
                  <a:ext cx="1637815" cy="633410"/>
                </a:xfrm>
                <a:prstGeom prst="bentConnector3">
                  <a:avLst>
                    <a:gd name="adj1" fmla="val 50000"/>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652" name="楕円 651">
                  <a:extLst>
                    <a:ext uri="{FF2B5EF4-FFF2-40B4-BE49-F238E27FC236}">
                      <a16:creationId xmlns:a16="http://schemas.microsoft.com/office/drawing/2014/main" id="{82C2A48B-6E81-CC64-1988-27B140C1BD7B}"/>
                    </a:ext>
                  </a:extLst>
                </p:cNvPr>
                <p:cNvSpPr/>
                <p:nvPr/>
              </p:nvSpPr>
              <p:spPr>
                <a:xfrm>
                  <a:off x="10974050" y="441080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53" name="楕円 652">
                  <a:extLst>
                    <a:ext uri="{FF2B5EF4-FFF2-40B4-BE49-F238E27FC236}">
                      <a16:creationId xmlns:a16="http://schemas.microsoft.com/office/drawing/2014/main" id="{AA6FFEB9-D2EF-5E14-9F2B-35761A16176C}"/>
                    </a:ext>
                  </a:extLst>
                </p:cNvPr>
                <p:cNvSpPr/>
                <p:nvPr/>
              </p:nvSpPr>
              <p:spPr>
                <a:xfrm>
                  <a:off x="11607461" y="604706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43" name="グループ化 642">
                <a:extLst>
                  <a:ext uri="{FF2B5EF4-FFF2-40B4-BE49-F238E27FC236}">
                    <a16:creationId xmlns:a16="http://schemas.microsoft.com/office/drawing/2014/main" id="{0AE27533-B74B-3A5A-89FD-4DA9CEB50FD1}"/>
                  </a:ext>
                </a:extLst>
              </p:cNvPr>
              <p:cNvGrpSpPr>
                <a:grpSpLocks noChangeAspect="1"/>
              </p:cNvGrpSpPr>
              <p:nvPr/>
            </p:nvGrpSpPr>
            <p:grpSpPr>
              <a:xfrm>
                <a:off x="8490493" y="2861780"/>
                <a:ext cx="72000" cy="1080000"/>
                <a:chOff x="8774478" y="2962651"/>
                <a:chExt cx="78776" cy="1124716"/>
              </a:xfrm>
              <a:grpFill/>
            </p:grpSpPr>
            <p:cxnSp>
              <p:nvCxnSpPr>
                <p:cNvPr id="648" name="直線コネクタ 647">
                  <a:extLst>
                    <a:ext uri="{FF2B5EF4-FFF2-40B4-BE49-F238E27FC236}">
                      <a16:creationId xmlns:a16="http://schemas.microsoft.com/office/drawing/2014/main" id="{C7CB31F9-3B0E-B70C-4233-48C9DAA9639E}"/>
                    </a:ext>
                  </a:extLst>
                </p:cNvPr>
                <p:cNvCxnSpPr>
                  <a:cxnSpLocks/>
                </p:cNvCxnSpPr>
                <p:nvPr/>
              </p:nvCxnSpPr>
              <p:spPr>
                <a:xfrm>
                  <a:off x="8811828" y="2985009"/>
                  <a:ext cx="10852" cy="1080000"/>
                </a:xfrm>
                <a:prstGeom prst="line">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649" name="楕円 648">
                  <a:extLst>
                    <a:ext uri="{FF2B5EF4-FFF2-40B4-BE49-F238E27FC236}">
                      <a16:creationId xmlns:a16="http://schemas.microsoft.com/office/drawing/2014/main" id="{24805825-C5A8-75D5-74B1-A55C7A90C4EC}"/>
                    </a:ext>
                  </a:extLst>
                </p:cNvPr>
                <p:cNvSpPr/>
                <p:nvPr/>
              </p:nvSpPr>
              <p:spPr>
                <a:xfrm>
                  <a:off x="8774478" y="2962651"/>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50" name="楕円 649">
                  <a:extLst>
                    <a:ext uri="{FF2B5EF4-FFF2-40B4-BE49-F238E27FC236}">
                      <a16:creationId xmlns:a16="http://schemas.microsoft.com/office/drawing/2014/main" id="{E3D2B371-1F21-171B-FB64-E5D854564ED0}"/>
                    </a:ext>
                  </a:extLst>
                </p:cNvPr>
                <p:cNvSpPr/>
                <p:nvPr/>
              </p:nvSpPr>
              <p:spPr>
                <a:xfrm>
                  <a:off x="8781254" y="4015367"/>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44" name="グループ化 643">
                <a:extLst>
                  <a:ext uri="{FF2B5EF4-FFF2-40B4-BE49-F238E27FC236}">
                    <a16:creationId xmlns:a16="http://schemas.microsoft.com/office/drawing/2014/main" id="{9D7EC5F6-9BD3-DADB-5236-4EC39C3CF947}"/>
                  </a:ext>
                </a:extLst>
              </p:cNvPr>
              <p:cNvGrpSpPr>
                <a:grpSpLocks noChangeAspect="1"/>
              </p:cNvGrpSpPr>
              <p:nvPr/>
            </p:nvGrpSpPr>
            <p:grpSpPr>
              <a:xfrm>
                <a:off x="8648237" y="2861780"/>
                <a:ext cx="72000" cy="1080000"/>
                <a:chOff x="8774478" y="2962651"/>
                <a:chExt cx="78776" cy="1124716"/>
              </a:xfrm>
              <a:grpFill/>
            </p:grpSpPr>
            <p:cxnSp>
              <p:nvCxnSpPr>
                <p:cNvPr id="645" name="直線コネクタ 644">
                  <a:extLst>
                    <a:ext uri="{FF2B5EF4-FFF2-40B4-BE49-F238E27FC236}">
                      <a16:creationId xmlns:a16="http://schemas.microsoft.com/office/drawing/2014/main" id="{B9099CB6-7E3B-DABD-D23B-E9F954B51F22}"/>
                    </a:ext>
                  </a:extLst>
                </p:cNvPr>
                <p:cNvCxnSpPr>
                  <a:cxnSpLocks/>
                </p:cNvCxnSpPr>
                <p:nvPr/>
              </p:nvCxnSpPr>
              <p:spPr>
                <a:xfrm>
                  <a:off x="8811828" y="2985009"/>
                  <a:ext cx="10852" cy="1080000"/>
                </a:xfrm>
                <a:prstGeom prst="line">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646" name="楕円 645">
                  <a:extLst>
                    <a:ext uri="{FF2B5EF4-FFF2-40B4-BE49-F238E27FC236}">
                      <a16:creationId xmlns:a16="http://schemas.microsoft.com/office/drawing/2014/main" id="{EC19DA76-4DE0-7B3A-B125-253D4FD38B61}"/>
                    </a:ext>
                  </a:extLst>
                </p:cNvPr>
                <p:cNvSpPr/>
                <p:nvPr/>
              </p:nvSpPr>
              <p:spPr>
                <a:xfrm>
                  <a:off x="8774478" y="2962651"/>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7" name="楕円 646">
                  <a:extLst>
                    <a:ext uri="{FF2B5EF4-FFF2-40B4-BE49-F238E27FC236}">
                      <a16:creationId xmlns:a16="http://schemas.microsoft.com/office/drawing/2014/main" id="{484F4BAA-0968-24EE-57E6-EFA5302CA227}"/>
                    </a:ext>
                  </a:extLst>
                </p:cNvPr>
                <p:cNvSpPr/>
                <p:nvPr/>
              </p:nvSpPr>
              <p:spPr>
                <a:xfrm>
                  <a:off x="8781254" y="4015367"/>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508" name="グループ化 507">
              <a:extLst>
                <a:ext uri="{FF2B5EF4-FFF2-40B4-BE49-F238E27FC236}">
                  <a16:creationId xmlns:a16="http://schemas.microsoft.com/office/drawing/2014/main" id="{BE57B459-04EC-76F0-0BD3-F2056BE3D1DF}"/>
                </a:ext>
              </a:extLst>
            </p:cNvPr>
            <p:cNvGrpSpPr/>
            <p:nvPr/>
          </p:nvGrpSpPr>
          <p:grpSpPr>
            <a:xfrm rot="16200000">
              <a:off x="9104480" y="2339989"/>
              <a:ext cx="1800000" cy="1551724"/>
              <a:chOff x="8154186" y="2653138"/>
              <a:chExt cx="1800000" cy="1551724"/>
            </a:xfrm>
            <a:solidFill>
              <a:srgbClr val="FBFAFF"/>
            </a:solidFill>
          </p:grpSpPr>
          <p:sp>
            <p:nvSpPr>
              <p:cNvPr id="588" name="六角形 587">
                <a:extLst>
                  <a:ext uri="{FF2B5EF4-FFF2-40B4-BE49-F238E27FC236}">
                    <a16:creationId xmlns:a16="http://schemas.microsoft.com/office/drawing/2014/main" id="{15AE98EB-1A67-CE63-08EE-855BF8325228}"/>
                  </a:ext>
                </a:extLst>
              </p:cNvPr>
              <p:cNvSpPr>
                <a:spLocks noChangeAspect="1"/>
              </p:cNvSpPr>
              <p:nvPr/>
            </p:nvSpPr>
            <p:spPr>
              <a:xfrm>
                <a:off x="8154186" y="2653138"/>
                <a:ext cx="1800000" cy="1551724"/>
              </a:xfrm>
              <a:prstGeom prst="hexagon">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89" name="グループ化 588">
                <a:extLst>
                  <a:ext uri="{FF2B5EF4-FFF2-40B4-BE49-F238E27FC236}">
                    <a16:creationId xmlns:a16="http://schemas.microsoft.com/office/drawing/2014/main" id="{712F85E2-3FAE-AEE6-CC05-F2616BB9A472}"/>
                  </a:ext>
                </a:extLst>
              </p:cNvPr>
              <p:cNvGrpSpPr>
                <a:grpSpLocks noChangeAspect="1"/>
              </p:cNvGrpSpPr>
              <p:nvPr/>
            </p:nvGrpSpPr>
            <p:grpSpPr>
              <a:xfrm rot="10800000">
                <a:off x="8514186" y="2775673"/>
                <a:ext cx="1080000" cy="540000"/>
                <a:chOff x="10270575" y="5615231"/>
                <a:chExt cx="1671150" cy="956776"/>
              </a:xfrm>
              <a:grpFill/>
            </p:grpSpPr>
            <p:cxnSp>
              <p:nvCxnSpPr>
                <p:cNvPr id="610" name="コネクタ: カギ線 609">
                  <a:extLst>
                    <a:ext uri="{FF2B5EF4-FFF2-40B4-BE49-F238E27FC236}">
                      <a16:creationId xmlns:a16="http://schemas.microsoft.com/office/drawing/2014/main" id="{0850BD61-54FA-7349-2D84-BAA87017E682}"/>
                    </a:ext>
                  </a:extLst>
                </p:cNvPr>
                <p:cNvCxnSpPr>
                  <a:cxnSpLocks/>
                </p:cNvCxnSpPr>
                <p:nvPr/>
              </p:nvCxnSpPr>
              <p:spPr>
                <a:xfrm>
                  <a:off x="10315575" y="5660232"/>
                  <a:ext cx="1581150" cy="866775"/>
                </a:xfrm>
                <a:prstGeom prst="bentConnector3">
                  <a:avLst>
                    <a:gd name="adj1" fmla="val 54819"/>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611" name="楕円 610">
                  <a:extLst>
                    <a:ext uri="{FF2B5EF4-FFF2-40B4-BE49-F238E27FC236}">
                      <a16:creationId xmlns:a16="http://schemas.microsoft.com/office/drawing/2014/main" id="{591DA048-E62E-EF81-8E42-28BB42D4CCF3}"/>
                    </a:ext>
                  </a:extLst>
                </p:cNvPr>
                <p:cNvSpPr/>
                <p:nvPr/>
              </p:nvSpPr>
              <p:spPr>
                <a:xfrm>
                  <a:off x="10270575" y="5615231"/>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12" name="楕円 611">
                  <a:extLst>
                    <a:ext uri="{FF2B5EF4-FFF2-40B4-BE49-F238E27FC236}">
                      <a16:creationId xmlns:a16="http://schemas.microsoft.com/office/drawing/2014/main" id="{DB2E0229-E9BE-0CAF-B86A-601B7B0FB9DA}"/>
                    </a:ext>
                  </a:extLst>
                </p:cNvPr>
                <p:cNvSpPr/>
                <p:nvPr/>
              </p:nvSpPr>
              <p:spPr>
                <a:xfrm>
                  <a:off x="11851725" y="6482007"/>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90" name="グループ化 589">
                <a:extLst>
                  <a:ext uri="{FF2B5EF4-FFF2-40B4-BE49-F238E27FC236}">
                    <a16:creationId xmlns:a16="http://schemas.microsoft.com/office/drawing/2014/main" id="{2239A9CE-F349-3F71-7696-C414B5415F30}"/>
                  </a:ext>
                </a:extLst>
              </p:cNvPr>
              <p:cNvGrpSpPr>
                <a:grpSpLocks noChangeAspect="1"/>
              </p:cNvGrpSpPr>
              <p:nvPr/>
            </p:nvGrpSpPr>
            <p:grpSpPr>
              <a:xfrm rot="10800000" flipV="1">
                <a:off x="8829186" y="2889000"/>
                <a:ext cx="450000" cy="540000"/>
                <a:chOff x="9214377" y="4613619"/>
                <a:chExt cx="955698" cy="1013184"/>
              </a:xfrm>
              <a:grpFill/>
            </p:grpSpPr>
            <p:cxnSp>
              <p:nvCxnSpPr>
                <p:cNvPr id="607" name="コネクタ: カギ線 606">
                  <a:extLst>
                    <a:ext uri="{FF2B5EF4-FFF2-40B4-BE49-F238E27FC236}">
                      <a16:creationId xmlns:a16="http://schemas.microsoft.com/office/drawing/2014/main" id="{74278C00-333A-0494-94FE-71BA0177FC23}"/>
                    </a:ext>
                  </a:extLst>
                </p:cNvPr>
                <p:cNvCxnSpPr>
                  <a:cxnSpLocks/>
                </p:cNvCxnSpPr>
                <p:nvPr/>
              </p:nvCxnSpPr>
              <p:spPr>
                <a:xfrm rot="5400000" flipH="1" flipV="1">
                  <a:off x="9230635" y="4687363"/>
                  <a:ext cx="923182" cy="865697"/>
                </a:xfrm>
                <a:prstGeom prst="bentConnector3">
                  <a:avLst>
                    <a:gd name="adj1" fmla="val -97542"/>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608" name="楕円 607">
                  <a:extLst>
                    <a:ext uri="{FF2B5EF4-FFF2-40B4-BE49-F238E27FC236}">
                      <a16:creationId xmlns:a16="http://schemas.microsoft.com/office/drawing/2014/main" id="{A5272025-08F2-563D-79E6-20699F33E9DD}"/>
                    </a:ext>
                  </a:extLst>
                </p:cNvPr>
                <p:cNvSpPr/>
                <p:nvPr/>
              </p:nvSpPr>
              <p:spPr>
                <a:xfrm>
                  <a:off x="9214377" y="553680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9" name="楕円 608">
                  <a:extLst>
                    <a:ext uri="{FF2B5EF4-FFF2-40B4-BE49-F238E27FC236}">
                      <a16:creationId xmlns:a16="http://schemas.microsoft.com/office/drawing/2014/main" id="{EE9E92E7-F443-FF6F-F69A-16F094AF8FD8}"/>
                    </a:ext>
                  </a:extLst>
                </p:cNvPr>
                <p:cNvSpPr/>
                <p:nvPr/>
              </p:nvSpPr>
              <p:spPr>
                <a:xfrm>
                  <a:off x="10080075" y="4613619"/>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91" name="グループ化 590">
                <a:extLst>
                  <a:ext uri="{FF2B5EF4-FFF2-40B4-BE49-F238E27FC236}">
                    <a16:creationId xmlns:a16="http://schemas.microsoft.com/office/drawing/2014/main" id="{DDAC860D-F26B-F401-531C-832726D9E65A}"/>
                  </a:ext>
                </a:extLst>
              </p:cNvPr>
              <p:cNvGrpSpPr>
                <a:grpSpLocks noChangeAspect="1"/>
              </p:cNvGrpSpPr>
              <p:nvPr/>
            </p:nvGrpSpPr>
            <p:grpSpPr>
              <a:xfrm rot="16200000">
                <a:off x="9084186" y="3099000"/>
                <a:ext cx="300000" cy="360000"/>
                <a:chOff x="9214377" y="4613619"/>
                <a:chExt cx="955698" cy="1013184"/>
              </a:xfrm>
              <a:grpFill/>
            </p:grpSpPr>
            <p:cxnSp>
              <p:nvCxnSpPr>
                <p:cNvPr id="604" name="コネクタ: カギ線 603">
                  <a:extLst>
                    <a:ext uri="{FF2B5EF4-FFF2-40B4-BE49-F238E27FC236}">
                      <a16:creationId xmlns:a16="http://schemas.microsoft.com/office/drawing/2014/main" id="{A4226B79-791F-B4C5-5CC4-2D5B6D9DE3CC}"/>
                    </a:ext>
                  </a:extLst>
                </p:cNvPr>
                <p:cNvCxnSpPr>
                  <a:cxnSpLocks/>
                </p:cNvCxnSpPr>
                <p:nvPr/>
              </p:nvCxnSpPr>
              <p:spPr>
                <a:xfrm rot="5400000" flipH="1" flipV="1">
                  <a:off x="9230635" y="4687363"/>
                  <a:ext cx="923182" cy="865697"/>
                </a:xfrm>
                <a:prstGeom prst="bentConnector3">
                  <a:avLst>
                    <a:gd name="adj1" fmla="val -97542"/>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605" name="楕円 604">
                  <a:extLst>
                    <a:ext uri="{FF2B5EF4-FFF2-40B4-BE49-F238E27FC236}">
                      <a16:creationId xmlns:a16="http://schemas.microsoft.com/office/drawing/2014/main" id="{AE5BF233-C284-446F-13A7-0A87C628941D}"/>
                    </a:ext>
                  </a:extLst>
                </p:cNvPr>
                <p:cNvSpPr/>
                <p:nvPr/>
              </p:nvSpPr>
              <p:spPr>
                <a:xfrm>
                  <a:off x="9214377" y="553680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6" name="楕円 605">
                  <a:extLst>
                    <a:ext uri="{FF2B5EF4-FFF2-40B4-BE49-F238E27FC236}">
                      <a16:creationId xmlns:a16="http://schemas.microsoft.com/office/drawing/2014/main" id="{0B639C75-7BCA-4ED4-CDD4-8B3B924E314A}"/>
                    </a:ext>
                  </a:extLst>
                </p:cNvPr>
                <p:cNvSpPr/>
                <p:nvPr/>
              </p:nvSpPr>
              <p:spPr>
                <a:xfrm>
                  <a:off x="10080075" y="4613619"/>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92" name="グループ化 591">
                <a:extLst>
                  <a:ext uri="{FF2B5EF4-FFF2-40B4-BE49-F238E27FC236}">
                    <a16:creationId xmlns:a16="http://schemas.microsoft.com/office/drawing/2014/main" id="{F0E8CB4C-300C-A709-0E89-5A638F2A61B2}"/>
                  </a:ext>
                </a:extLst>
              </p:cNvPr>
              <p:cNvGrpSpPr>
                <a:grpSpLocks noChangeAspect="1"/>
              </p:cNvGrpSpPr>
              <p:nvPr/>
            </p:nvGrpSpPr>
            <p:grpSpPr>
              <a:xfrm rot="5400000">
                <a:off x="9124467" y="3394863"/>
                <a:ext cx="360000" cy="900000"/>
                <a:chOff x="10974050" y="4410803"/>
                <a:chExt cx="723411" cy="1726260"/>
              </a:xfrm>
              <a:grpFill/>
            </p:grpSpPr>
            <p:cxnSp>
              <p:nvCxnSpPr>
                <p:cNvPr id="601" name="コネクタ: カギ線 600">
                  <a:extLst>
                    <a:ext uri="{FF2B5EF4-FFF2-40B4-BE49-F238E27FC236}">
                      <a16:creationId xmlns:a16="http://schemas.microsoft.com/office/drawing/2014/main" id="{2BFB0F23-E6A0-1241-13B2-E084575C85A9}"/>
                    </a:ext>
                  </a:extLst>
                </p:cNvPr>
                <p:cNvCxnSpPr>
                  <a:cxnSpLocks/>
                </p:cNvCxnSpPr>
                <p:nvPr/>
              </p:nvCxnSpPr>
              <p:spPr>
                <a:xfrm rot="16200000" flipH="1">
                  <a:off x="10516848" y="4958007"/>
                  <a:ext cx="1637815" cy="633410"/>
                </a:xfrm>
                <a:prstGeom prst="bentConnector3">
                  <a:avLst>
                    <a:gd name="adj1" fmla="val 50000"/>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602" name="楕円 601">
                  <a:extLst>
                    <a:ext uri="{FF2B5EF4-FFF2-40B4-BE49-F238E27FC236}">
                      <a16:creationId xmlns:a16="http://schemas.microsoft.com/office/drawing/2014/main" id="{7C4193E7-F92E-16C4-5DEC-27415AF06725}"/>
                    </a:ext>
                  </a:extLst>
                </p:cNvPr>
                <p:cNvSpPr/>
                <p:nvPr/>
              </p:nvSpPr>
              <p:spPr>
                <a:xfrm>
                  <a:off x="10974050" y="441080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3" name="楕円 602">
                  <a:extLst>
                    <a:ext uri="{FF2B5EF4-FFF2-40B4-BE49-F238E27FC236}">
                      <a16:creationId xmlns:a16="http://schemas.microsoft.com/office/drawing/2014/main" id="{2A2C66FC-1EEC-229B-62BD-D41169270201}"/>
                    </a:ext>
                  </a:extLst>
                </p:cNvPr>
                <p:cNvSpPr/>
                <p:nvPr/>
              </p:nvSpPr>
              <p:spPr>
                <a:xfrm>
                  <a:off x="11607461" y="604706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93" name="グループ化 592">
                <a:extLst>
                  <a:ext uri="{FF2B5EF4-FFF2-40B4-BE49-F238E27FC236}">
                    <a16:creationId xmlns:a16="http://schemas.microsoft.com/office/drawing/2014/main" id="{E3829095-2A5D-F5AC-3965-A1C0D571B2AE}"/>
                  </a:ext>
                </a:extLst>
              </p:cNvPr>
              <p:cNvGrpSpPr>
                <a:grpSpLocks noChangeAspect="1"/>
              </p:cNvGrpSpPr>
              <p:nvPr/>
            </p:nvGrpSpPr>
            <p:grpSpPr>
              <a:xfrm>
                <a:off x="8490493" y="2861780"/>
                <a:ext cx="72000" cy="1080000"/>
                <a:chOff x="8774478" y="2962651"/>
                <a:chExt cx="78776" cy="1124716"/>
              </a:xfrm>
              <a:grpFill/>
            </p:grpSpPr>
            <p:cxnSp>
              <p:nvCxnSpPr>
                <p:cNvPr id="598" name="直線コネクタ 597">
                  <a:extLst>
                    <a:ext uri="{FF2B5EF4-FFF2-40B4-BE49-F238E27FC236}">
                      <a16:creationId xmlns:a16="http://schemas.microsoft.com/office/drawing/2014/main" id="{17D32BD2-DA52-A6BD-E617-A4399CF5A575}"/>
                    </a:ext>
                  </a:extLst>
                </p:cNvPr>
                <p:cNvCxnSpPr>
                  <a:cxnSpLocks/>
                </p:cNvCxnSpPr>
                <p:nvPr/>
              </p:nvCxnSpPr>
              <p:spPr>
                <a:xfrm>
                  <a:off x="8811828" y="2985009"/>
                  <a:ext cx="10852" cy="1080000"/>
                </a:xfrm>
                <a:prstGeom prst="line">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599" name="楕円 598">
                  <a:extLst>
                    <a:ext uri="{FF2B5EF4-FFF2-40B4-BE49-F238E27FC236}">
                      <a16:creationId xmlns:a16="http://schemas.microsoft.com/office/drawing/2014/main" id="{549487B1-87ED-79F3-94CB-8F7313035F93}"/>
                    </a:ext>
                  </a:extLst>
                </p:cNvPr>
                <p:cNvSpPr/>
                <p:nvPr/>
              </p:nvSpPr>
              <p:spPr>
                <a:xfrm>
                  <a:off x="8774478" y="2962651"/>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0" name="楕円 599">
                  <a:extLst>
                    <a:ext uri="{FF2B5EF4-FFF2-40B4-BE49-F238E27FC236}">
                      <a16:creationId xmlns:a16="http://schemas.microsoft.com/office/drawing/2014/main" id="{95684440-401D-D394-9984-2DEE55F31F4A}"/>
                    </a:ext>
                  </a:extLst>
                </p:cNvPr>
                <p:cNvSpPr/>
                <p:nvPr/>
              </p:nvSpPr>
              <p:spPr>
                <a:xfrm>
                  <a:off x="8781254" y="4015367"/>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94" name="グループ化 593">
                <a:extLst>
                  <a:ext uri="{FF2B5EF4-FFF2-40B4-BE49-F238E27FC236}">
                    <a16:creationId xmlns:a16="http://schemas.microsoft.com/office/drawing/2014/main" id="{B92F6E4E-8DE7-DABC-1A07-4BFE3501FBD9}"/>
                  </a:ext>
                </a:extLst>
              </p:cNvPr>
              <p:cNvGrpSpPr>
                <a:grpSpLocks noChangeAspect="1"/>
              </p:cNvGrpSpPr>
              <p:nvPr/>
            </p:nvGrpSpPr>
            <p:grpSpPr>
              <a:xfrm>
                <a:off x="8648237" y="2861780"/>
                <a:ext cx="72000" cy="1080000"/>
                <a:chOff x="8774478" y="2962651"/>
                <a:chExt cx="78776" cy="1124716"/>
              </a:xfrm>
              <a:grpFill/>
            </p:grpSpPr>
            <p:cxnSp>
              <p:nvCxnSpPr>
                <p:cNvPr id="595" name="直線コネクタ 594">
                  <a:extLst>
                    <a:ext uri="{FF2B5EF4-FFF2-40B4-BE49-F238E27FC236}">
                      <a16:creationId xmlns:a16="http://schemas.microsoft.com/office/drawing/2014/main" id="{89CFA53E-3671-D5D0-FBBA-5ACCCB64491B}"/>
                    </a:ext>
                  </a:extLst>
                </p:cNvPr>
                <p:cNvCxnSpPr>
                  <a:cxnSpLocks/>
                </p:cNvCxnSpPr>
                <p:nvPr/>
              </p:nvCxnSpPr>
              <p:spPr>
                <a:xfrm>
                  <a:off x="8811828" y="2985009"/>
                  <a:ext cx="10852" cy="1080000"/>
                </a:xfrm>
                <a:prstGeom prst="line">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596" name="楕円 595">
                  <a:extLst>
                    <a:ext uri="{FF2B5EF4-FFF2-40B4-BE49-F238E27FC236}">
                      <a16:creationId xmlns:a16="http://schemas.microsoft.com/office/drawing/2014/main" id="{CACFC87E-7BC8-DE7D-39C9-67B5E7647848}"/>
                    </a:ext>
                  </a:extLst>
                </p:cNvPr>
                <p:cNvSpPr/>
                <p:nvPr/>
              </p:nvSpPr>
              <p:spPr>
                <a:xfrm>
                  <a:off x="8774478" y="2962651"/>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7" name="楕円 596">
                  <a:extLst>
                    <a:ext uri="{FF2B5EF4-FFF2-40B4-BE49-F238E27FC236}">
                      <a16:creationId xmlns:a16="http://schemas.microsoft.com/office/drawing/2014/main" id="{A6622722-C545-62B0-587C-4508C1EB1287}"/>
                    </a:ext>
                  </a:extLst>
                </p:cNvPr>
                <p:cNvSpPr/>
                <p:nvPr/>
              </p:nvSpPr>
              <p:spPr>
                <a:xfrm>
                  <a:off x="8781254" y="4015367"/>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509" name="グループ化 508">
              <a:extLst>
                <a:ext uri="{FF2B5EF4-FFF2-40B4-BE49-F238E27FC236}">
                  <a16:creationId xmlns:a16="http://schemas.microsoft.com/office/drawing/2014/main" id="{C9E13561-2BD6-1320-72D6-BDAA341B5398}"/>
                </a:ext>
              </a:extLst>
            </p:cNvPr>
            <p:cNvGrpSpPr/>
            <p:nvPr/>
          </p:nvGrpSpPr>
          <p:grpSpPr>
            <a:xfrm rot="16200000">
              <a:off x="9111661" y="5187316"/>
              <a:ext cx="1800000" cy="1551724"/>
              <a:chOff x="8154186" y="2653138"/>
              <a:chExt cx="1800000" cy="1551724"/>
            </a:xfrm>
            <a:solidFill>
              <a:srgbClr val="FBFAFF"/>
            </a:solidFill>
          </p:grpSpPr>
          <p:sp>
            <p:nvSpPr>
              <p:cNvPr id="563" name="六角形 562">
                <a:extLst>
                  <a:ext uri="{FF2B5EF4-FFF2-40B4-BE49-F238E27FC236}">
                    <a16:creationId xmlns:a16="http://schemas.microsoft.com/office/drawing/2014/main" id="{CBFF7183-F476-EABE-D8F8-603B8922DD6E}"/>
                  </a:ext>
                </a:extLst>
              </p:cNvPr>
              <p:cNvSpPr>
                <a:spLocks noChangeAspect="1"/>
              </p:cNvSpPr>
              <p:nvPr/>
            </p:nvSpPr>
            <p:spPr>
              <a:xfrm>
                <a:off x="8154186" y="2653138"/>
                <a:ext cx="1800000" cy="1551724"/>
              </a:xfrm>
              <a:prstGeom prst="hexagon">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64" name="グループ化 563">
                <a:extLst>
                  <a:ext uri="{FF2B5EF4-FFF2-40B4-BE49-F238E27FC236}">
                    <a16:creationId xmlns:a16="http://schemas.microsoft.com/office/drawing/2014/main" id="{A0F599F3-BA32-7584-D5E4-198C70E542E5}"/>
                  </a:ext>
                </a:extLst>
              </p:cNvPr>
              <p:cNvGrpSpPr>
                <a:grpSpLocks noChangeAspect="1"/>
              </p:cNvGrpSpPr>
              <p:nvPr/>
            </p:nvGrpSpPr>
            <p:grpSpPr>
              <a:xfrm rot="10800000">
                <a:off x="8514186" y="2775673"/>
                <a:ext cx="1080000" cy="540000"/>
                <a:chOff x="10270575" y="5615231"/>
                <a:chExt cx="1671150" cy="956776"/>
              </a:xfrm>
              <a:grpFill/>
            </p:grpSpPr>
            <p:cxnSp>
              <p:nvCxnSpPr>
                <p:cNvPr id="585" name="コネクタ: カギ線 584">
                  <a:extLst>
                    <a:ext uri="{FF2B5EF4-FFF2-40B4-BE49-F238E27FC236}">
                      <a16:creationId xmlns:a16="http://schemas.microsoft.com/office/drawing/2014/main" id="{E6705252-2E4C-E7DB-185D-A985A9E487D8}"/>
                    </a:ext>
                  </a:extLst>
                </p:cNvPr>
                <p:cNvCxnSpPr>
                  <a:cxnSpLocks/>
                </p:cNvCxnSpPr>
                <p:nvPr/>
              </p:nvCxnSpPr>
              <p:spPr>
                <a:xfrm>
                  <a:off x="10315575" y="5660232"/>
                  <a:ext cx="1581150" cy="866775"/>
                </a:xfrm>
                <a:prstGeom prst="bentConnector3">
                  <a:avLst>
                    <a:gd name="adj1" fmla="val 54819"/>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586" name="楕円 585">
                  <a:extLst>
                    <a:ext uri="{FF2B5EF4-FFF2-40B4-BE49-F238E27FC236}">
                      <a16:creationId xmlns:a16="http://schemas.microsoft.com/office/drawing/2014/main" id="{B2FE7279-B15D-DD56-88A8-6683DAE60133}"/>
                    </a:ext>
                  </a:extLst>
                </p:cNvPr>
                <p:cNvSpPr/>
                <p:nvPr/>
              </p:nvSpPr>
              <p:spPr>
                <a:xfrm>
                  <a:off x="10270575" y="5615231"/>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7" name="楕円 586">
                  <a:extLst>
                    <a:ext uri="{FF2B5EF4-FFF2-40B4-BE49-F238E27FC236}">
                      <a16:creationId xmlns:a16="http://schemas.microsoft.com/office/drawing/2014/main" id="{AFD97FB8-14BD-7CE6-7B50-0D82972A2133}"/>
                    </a:ext>
                  </a:extLst>
                </p:cNvPr>
                <p:cNvSpPr/>
                <p:nvPr/>
              </p:nvSpPr>
              <p:spPr>
                <a:xfrm>
                  <a:off x="11851725" y="6482007"/>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65" name="グループ化 564">
                <a:extLst>
                  <a:ext uri="{FF2B5EF4-FFF2-40B4-BE49-F238E27FC236}">
                    <a16:creationId xmlns:a16="http://schemas.microsoft.com/office/drawing/2014/main" id="{51EAB9EC-9C5D-E95D-D626-FC113432501D}"/>
                  </a:ext>
                </a:extLst>
              </p:cNvPr>
              <p:cNvGrpSpPr>
                <a:grpSpLocks noChangeAspect="1"/>
              </p:cNvGrpSpPr>
              <p:nvPr/>
            </p:nvGrpSpPr>
            <p:grpSpPr>
              <a:xfrm rot="10800000" flipV="1">
                <a:off x="8829186" y="2889000"/>
                <a:ext cx="450000" cy="540000"/>
                <a:chOff x="9214377" y="4613619"/>
                <a:chExt cx="955698" cy="1013184"/>
              </a:xfrm>
              <a:grpFill/>
            </p:grpSpPr>
            <p:cxnSp>
              <p:nvCxnSpPr>
                <p:cNvPr id="582" name="コネクタ: カギ線 581">
                  <a:extLst>
                    <a:ext uri="{FF2B5EF4-FFF2-40B4-BE49-F238E27FC236}">
                      <a16:creationId xmlns:a16="http://schemas.microsoft.com/office/drawing/2014/main" id="{6FF45417-AFEB-8373-84E8-55A5C29AC787}"/>
                    </a:ext>
                  </a:extLst>
                </p:cNvPr>
                <p:cNvCxnSpPr>
                  <a:cxnSpLocks/>
                </p:cNvCxnSpPr>
                <p:nvPr/>
              </p:nvCxnSpPr>
              <p:spPr>
                <a:xfrm rot="5400000" flipH="1" flipV="1">
                  <a:off x="9230635" y="4687363"/>
                  <a:ext cx="923182" cy="865697"/>
                </a:xfrm>
                <a:prstGeom prst="bentConnector3">
                  <a:avLst>
                    <a:gd name="adj1" fmla="val -97542"/>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583" name="楕円 582">
                  <a:extLst>
                    <a:ext uri="{FF2B5EF4-FFF2-40B4-BE49-F238E27FC236}">
                      <a16:creationId xmlns:a16="http://schemas.microsoft.com/office/drawing/2014/main" id="{84440F5F-5F23-38D0-E7D0-F5DD2F6601A5}"/>
                    </a:ext>
                  </a:extLst>
                </p:cNvPr>
                <p:cNvSpPr/>
                <p:nvPr/>
              </p:nvSpPr>
              <p:spPr>
                <a:xfrm>
                  <a:off x="9214377" y="553680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4" name="楕円 583">
                  <a:extLst>
                    <a:ext uri="{FF2B5EF4-FFF2-40B4-BE49-F238E27FC236}">
                      <a16:creationId xmlns:a16="http://schemas.microsoft.com/office/drawing/2014/main" id="{257635D7-5117-29D3-0D35-305B5E129674}"/>
                    </a:ext>
                  </a:extLst>
                </p:cNvPr>
                <p:cNvSpPr/>
                <p:nvPr/>
              </p:nvSpPr>
              <p:spPr>
                <a:xfrm>
                  <a:off x="10080075" y="4613619"/>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66" name="グループ化 565">
                <a:extLst>
                  <a:ext uri="{FF2B5EF4-FFF2-40B4-BE49-F238E27FC236}">
                    <a16:creationId xmlns:a16="http://schemas.microsoft.com/office/drawing/2014/main" id="{8E7E89AA-7B44-7EEF-E7ED-A3D82A9E57AB}"/>
                  </a:ext>
                </a:extLst>
              </p:cNvPr>
              <p:cNvGrpSpPr>
                <a:grpSpLocks noChangeAspect="1"/>
              </p:cNvGrpSpPr>
              <p:nvPr/>
            </p:nvGrpSpPr>
            <p:grpSpPr>
              <a:xfrm rot="16200000">
                <a:off x="9084186" y="3099000"/>
                <a:ext cx="300000" cy="360000"/>
                <a:chOff x="9214377" y="4613619"/>
                <a:chExt cx="955698" cy="1013184"/>
              </a:xfrm>
              <a:grpFill/>
            </p:grpSpPr>
            <p:cxnSp>
              <p:nvCxnSpPr>
                <p:cNvPr id="579" name="コネクタ: カギ線 578">
                  <a:extLst>
                    <a:ext uri="{FF2B5EF4-FFF2-40B4-BE49-F238E27FC236}">
                      <a16:creationId xmlns:a16="http://schemas.microsoft.com/office/drawing/2014/main" id="{2B22F1BB-D699-3E3C-D14C-057A2895FEAD}"/>
                    </a:ext>
                  </a:extLst>
                </p:cNvPr>
                <p:cNvCxnSpPr>
                  <a:cxnSpLocks/>
                </p:cNvCxnSpPr>
                <p:nvPr/>
              </p:nvCxnSpPr>
              <p:spPr>
                <a:xfrm rot="5400000" flipH="1" flipV="1">
                  <a:off x="9230635" y="4687363"/>
                  <a:ext cx="923182" cy="865697"/>
                </a:xfrm>
                <a:prstGeom prst="bentConnector3">
                  <a:avLst>
                    <a:gd name="adj1" fmla="val -97542"/>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580" name="楕円 579">
                  <a:extLst>
                    <a:ext uri="{FF2B5EF4-FFF2-40B4-BE49-F238E27FC236}">
                      <a16:creationId xmlns:a16="http://schemas.microsoft.com/office/drawing/2014/main" id="{5F1B8900-4B59-D888-4594-B40A04454407}"/>
                    </a:ext>
                  </a:extLst>
                </p:cNvPr>
                <p:cNvSpPr/>
                <p:nvPr/>
              </p:nvSpPr>
              <p:spPr>
                <a:xfrm>
                  <a:off x="9214377" y="553680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1" name="楕円 580">
                  <a:extLst>
                    <a:ext uri="{FF2B5EF4-FFF2-40B4-BE49-F238E27FC236}">
                      <a16:creationId xmlns:a16="http://schemas.microsoft.com/office/drawing/2014/main" id="{0971250D-210B-D2C4-33DA-4F69B10D9F3D}"/>
                    </a:ext>
                  </a:extLst>
                </p:cNvPr>
                <p:cNvSpPr/>
                <p:nvPr/>
              </p:nvSpPr>
              <p:spPr>
                <a:xfrm>
                  <a:off x="10080075" y="4613619"/>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67" name="グループ化 566">
                <a:extLst>
                  <a:ext uri="{FF2B5EF4-FFF2-40B4-BE49-F238E27FC236}">
                    <a16:creationId xmlns:a16="http://schemas.microsoft.com/office/drawing/2014/main" id="{5F74DC95-8274-6A92-240C-D54E34D441D9}"/>
                  </a:ext>
                </a:extLst>
              </p:cNvPr>
              <p:cNvGrpSpPr>
                <a:grpSpLocks noChangeAspect="1"/>
              </p:cNvGrpSpPr>
              <p:nvPr/>
            </p:nvGrpSpPr>
            <p:grpSpPr>
              <a:xfrm rot="5400000">
                <a:off x="9124467" y="3394863"/>
                <a:ext cx="360000" cy="900000"/>
                <a:chOff x="10974050" y="4410803"/>
                <a:chExt cx="723411" cy="1726260"/>
              </a:xfrm>
              <a:grpFill/>
            </p:grpSpPr>
            <p:cxnSp>
              <p:nvCxnSpPr>
                <p:cNvPr id="576" name="コネクタ: カギ線 575">
                  <a:extLst>
                    <a:ext uri="{FF2B5EF4-FFF2-40B4-BE49-F238E27FC236}">
                      <a16:creationId xmlns:a16="http://schemas.microsoft.com/office/drawing/2014/main" id="{7A45AB27-4D70-6A6E-A570-4CA7B1EC4677}"/>
                    </a:ext>
                  </a:extLst>
                </p:cNvPr>
                <p:cNvCxnSpPr>
                  <a:cxnSpLocks/>
                </p:cNvCxnSpPr>
                <p:nvPr/>
              </p:nvCxnSpPr>
              <p:spPr>
                <a:xfrm rot="16200000" flipH="1">
                  <a:off x="10516848" y="4958007"/>
                  <a:ext cx="1637815" cy="633410"/>
                </a:xfrm>
                <a:prstGeom prst="bentConnector3">
                  <a:avLst>
                    <a:gd name="adj1" fmla="val 50000"/>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577" name="楕円 576">
                  <a:extLst>
                    <a:ext uri="{FF2B5EF4-FFF2-40B4-BE49-F238E27FC236}">
                      <a16:creationId xmlns:a16="http://schemas.microsoft.com/office/drawing/2014/main" id="{A5D01E0B-9889-F355-CDD0-16F4FE7BA78A}"/>
                    </a:ext>
                  </a:extLst>
                </p:cNvPr>
                <p:cNvSpPr/>
                <p:nvPr/>
              </p:nvSpPr>
              <p:spPr>
                <a:xfrm>
                  <a:off x="10974050" y="441080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8" name="楕円 577">
                  <a:extLst>
                    <a:ext uri="{FF2B5EF4-FFF2-40B4-BE49-F238E27FC236}">
                      <a16:creationId xmlns:a16="http://schemas.microsoft.com/office/drawing/2014/main" id="{8A6DDB1C-BAE0-65FD-430C-D1F89A38B717}"/>
                    </a:ext>
                  </a:extLst>
                </p:cNvPr>
                <p:cNvSpPr/>
                <p:nvPr/>
              </p:nvSpPr>
              <p:spPr>
                <a:xfrm>
                  <a:off x="11607461" y="604706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68" name="グループ化 567">
                <a:extLst>
                  <a:ext uri="{FF2B5EF4-FFF2-40B4-BE49-F238E27FC236}">
                    <a16:creationId xmlns:a16="http://schemas.microsoft.com/office/drawing/2014/main" id="{7618FB36-BFA0-3871-D411-DD1AA594DDB4}"/>
                  </a:ext>
                </a:extLst>
              </p:cNvPr>
              <p:cNvGrpSpPr>
                <a:grpSpLocks noChangeAspect="1"/>
              </p:cNvGrpSpPr>
              <p:nvPr/>
            </p:nvGrpSpPr>
            <p:grpSpPr>
              <a:xfrm>
                <a:off x="8490493" y="2861780"/>
                <a:ext cx="72000" cy="1080000"/>
                <a:chOff x="8774478" y="2962651"/>
                <a:chExt cx="78776" cy="1124716"/>
              </a:xfrm>
              <a:grpFill/>
            </p:grpSpPr>
            <p:cxnSp>
              <p:nvCxnSpPr>
                <p:cNvPr id="573" name="直線コネクタ 572">
                  <a:extLst>
                    <a:ext uri="{FF2B5EF4-FFF2-40B4-BE49-F238E27FC236}">
                      <a16:creationId xmlns:a16="http://schemas.microsoft.com/office/drawing/2014/main" id="{4AAC866C-78F7-53FD-83D3-59DDEB2A3F80}"/>
                    </a:ext>
                  </a:extLst>
                </p:cNvPr>
                <p:cNvCxnSpPr>
                  <a:cxnSpLocks/>
                </p:cNvCxnSpPr>
                <p:nvPr/>
              </p:nvCxnSpPr>
              <p:spPr>
                <a:xfrm>
                  <a:off x="8811828" y="2985009"/>
                  <a:ext cx="10852" cy="1080000"/>
                </a:xfrm>
                <a:prstGeom prst="line">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574" name="楕円 573">
                  <a:extLst>
                    <a:ext uri="{FF2B5EF4-FFF2-40B4-BE49-F238E27FC236}">
                      <a16:creationId xmlns:a16="http://schemas.microsoft.com/office/drawing/2014/main" id="{65ECE182-956E-90A2-7E0F-F858DBED0113}"/>
                    </a:ext>
                  </a:extLst>
                </p:cNvPr>
                <p:cNvSpPr/>
                <p:nvPr/>
              </p:nvSpPr>
              <p:spPr>
                <a:xfrm>
                  <a:off x="8774478" y="2962651"/>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5" name="楕円 574">
                  <a:extLst>
                    <a:ext uri="{FF2B5EF4-FFF2-40B4-BE49-F238E27FC236}">
                      <a16:creationId xmlns:a16="http://schemas.microsoft.com/office/drawing/2014/main" id="{3F5F26EE-B38F-CC4C-CBDC-7B5AF9928A2B}"/>
                    </a:ext>
                  </a:extLst>
                </p:cNvPr>
                <p:cNvSpPr/>
                <p:nvPr/>
              </p:nvSpPr>
              <p:spPr>
                <a:xfrm>
                  <a:off x="8781254" y="4015367"/>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69" name="グループ化 568">
                <a:extLst>
                  <a:ext uri="{FF2B5EF4-FFF2-40B4-BE49-F238E27FC236}">
                    <a16:creationId xmlns:a16="http://schemas.microsoft.com/office/drawing/2014/main" id="{4061F9A1-3A4B-0A9D-5F62-DFD7911506CC}"/>
                  </a:ext>
                </a:extLst>
              </p:cNvPr>
              <p:cNvGrpSpPr>
                <a:grpSpLocks noChangeAspect="1"/>
              </p:cNvGrpSpPr>
              <p:nvPr/>
            </p:nvGrpSpPr>
            <p:grpSpPr>
              <a:xfrm>
                <a:off x="8648237" y="2861780"/>
                <a:ext cx="72000" cy="1080000"/>
                <a:chOff x="8774478" y="2962651"/>
                <a:chExt cx="78776" cy="1124716"/>
              </a:xfrm>
              <a:grpFill/>
            </p:grpSpPr>
            <p:cxnSp>
              <p:nvCxnSpPr>
                <p:cNvPr id="570" name="直線コネクタ 569">
                  <a:extLst>
                    <a:ext uri="{FF2B5EF4-FFF2-40B4-BE49-F238E27FC236}">
                      <a16:creationId xmlns:a16="http://schemas.microsoft.com/office/drawing/2014/main" id="{606B1CBA-2B9A-4C2C-C99F-762013F6F920}"/>
                    </a:ext>
                  </a:extLst>
                </p:cNvPr>
                <p:cNvCxnSpPr>
                  <a:cxnSpLocks/>
                </p:cNvCxnSpPr>
                <p:nvPr/>
              </p:nvCxnSpPr>
              <p:spPr>
                <a:xfrm>
                  <a:off x="8811828" y="2985009"/>
                  <a:ext cx="10852" cy="1080000"/>
                </a:xfrm>
                <a:prstGeom prst="line">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571" name="楕円 570">
                  <a:extLst>
                    <a:ext uri="{FF2B5EF4-FFF2-40B4-BE49-F238E27FC236}">
                      <a16:creationId xmlns:a16="http://schemas.microsoft.com/office/drawing/2014/main" id="{5D075570-C365-8F06-5A58-AC47CB05EA4C}"/>
                    </a:ext>
                  </a:extLst>
                </p:cNvPr>
                <p:cNvSpPr/>
                <p:nvPr/>
              </p:nvSpPr>
              <p:spPr>
                <a:xfrm>
                  <a:off x="8774478" y="2962651"/>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2" name="楕円 571">
                  <a:extLst>
                    <a:ext uri="{FF2B5EF4-FFF2-40B4-BE49-F238E27FC236}">
                      <a16:creationId xmlns:a16="http://schemas.microsoft.com/office/drawing/2014/main" id="{FE5206C2-70B9-1055-3647-93064CE1AB31}"/>
                    </a:ext>
                  </a:extLst>
                </p:cNvPr>
                <p:cNvSpPr/>
                <p:nvPr/>
              </p:nvSpPr>
              <p:spPr>
                <a:xfrm>
                  <a:off x="8781254" y="4015367"/>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511" name="グループ化 510">
              <a:extLst>
                <a:ext uri="{FF2B5EF4-FFF2-40B4-BE49-F238E27FC236}">
                  <a16:creationId xmlns:a16="http://schemas.microsoft.com/office/drawing/2014/main" id="{5CB1FF17-31F1-FCCB-CC0E-0A2C8CCF3546}"/>
                </a:ext>
              </a:extLst>
            </p:cNvPr>
            <p:cNvGrpSpPr/>
            <p:nvPr/>
          </p:nvGrpSpPr>
          <p:grpSpPr>
            <a:xfrm>
              <a:off x="10011660" y="3637892"/>
              <a:ext cx="1551724" cy="1800000"/>
              <a:chOff x="6110808" y="5058000"/>
              <a:chExt cx="1551724" cy="1800000"/>
            </a:xfrm>
            <a:solidFill>
              <a:srgbClr val="FBFAFF"/>
            </a:solidFill>
          </p:grpSpPr>
          <p:sp>
            <p:nvSpPr>
              <p:cNvPr id="512" name="六角形 511">
                <a:extLst>
                  <a:ext uri="{FF2B5EF4-FFF2-40B4-BE49-F238E27FC236}">
                    <a16:creationId xmlns:a16="http://schemas.microsoft.com/office/drawing/2014/main" id="{C0E5D6CA-0694-6A84-59E1-28839B7E8CC5}"/>
                  </a:ext>
                </a:extLst>
              </p:cNvPr>
              <p:cNvSpPr>
                <a:spLocks noChangeAspect="1"/>
              </p:cNvSpPr>
              <p:nvPr/>
            </p:nvSpPr>
            <p:spPr>
              <a:xfrm rot="5400000">
                <a:off x="5986670" y="5182138"/>
                <a:ext cx="1800000" cy="1551724"/>
              </a:xfrm>
              <a:prstGeom prst="hexagon">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13" name="グループ化 512">
                <a:extLst>
                  <a:ext uri="{FF2B5EF4-FFF2-40B4-BE49-F238E27FC236}">
                    <a16:creationId xmlns:a16="http://schemas.microsoft.com/office/drawing/2014/main" id="{7C095E51-886F-8B10-2B45-08842BEFA203}"/>
                  </a:ext>
                </a:extLst>
              </p:cNvPr>
              <p:cNvGrpSpPr/>
              <p:nvPr/>
            </p:nvGrpSpPr>
            <p:grpSpPr>
              <a:xfrm rot="16200000">
                <a:off x="6290807" y="5394307"/>
                <a:ext cx="1249190" cy="1263974"/>
                <a:chOff x="6290807" y="5394307"/>
                <a:chExt cx="1249190" cy="1263974"/>
              </a:xfrm>
              <a:grpFill/>
            </p:grpSpPr>
            <p:grpSp>
              <p:nvGrpSpPr>
                <p:cNvPr id="514" name="グループ化 513">
                  <a:extLst>
                    <a:ext uri="{FF2B5EF4-FFF2-40B4-BE49-F238E27FC236}">
                      <a16:creationId xmlns:a16="http://schemas.microsoft.com/office/drawing/2014/main" id="{B3F21907-8CCE-97DE-1C53-CC91AC49974E}"/>
                    </a:ext>
                  </a:extLst>
                </p:cNvPr>
                <p:cNvGrpSpPr>
                  <a:grpSpLocks noChangeAspect="1"/>
                </p:cNvGrpSpPr>
                <p:nvPr/>
              </p:nvGrpSpPr>
              <p:grpSpPr>
                <a:xfrm rot="16200000">
                  <a:off x="6729997" y="5688000"/>
                  <a:ext cx="1080000" cy="540000"/>
                  <a:chOff x="10270575" y="5615231"/>
                  <a:chExt cx="1671150" cy="956776"/>
                </a:xfrm>
                <a:grpFill/>
              </p:grpSpPr>
              <p:cxnSp>
                <p:nvCxnSpPr>
                  <p:cNvPr id="535" name="コネクタ: カギ線 534">
                    <a:extLst>
                      <a:ext uri="{FF2B5EF4-FFF2-40B4-BE49-F238E27FC236}">
                        <a16:creationId xmlns:a16="http://schemas.microsoft.com/office/drawing/2014/main" id="{2835CD8C-E8B1-2CA3-00E7-7202C3DD9C68}"/>
                      </a:ext>
                    </a:extLst>
                  </p:cNvPr>
                  <p:cNvCxnSpPr>
                    <a:cxnSpLocks/>
                  </p:cNvCxnSpPr>
                  <p:nvPr/>
                </p:nvCxnSpPr>
                <p:spPr>
                  <a:xfrm>
                    <a:off x="10315575" y="5660232"/>
                    <a:ext cx="1581150" cy="866775"/>
                  </a:xfrm>
                  <a:prstGeom prst="bentConnector3">
                    <a:avLst>
                      <a:gd name="adj1" fmla="val 54819"/>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536" name="楕円 535">
                    <a:extLst>
                      <a:ext uri="{FF2B5EF4-FFF2-40B4-BE49-F238E27FC236}">
                        <a16:creationId xmlns:a16="http://schemas.microsoft.com/office/drawing/2014/main" id="{C3E3BD79-0E15-62DA-6C34-D7B37327E80A}"/>
                      </a:ext>
                    </a:extLst>
                  </p:cNvPr>
                  <p:cNvSpPr/>
                  <p:nvPr/>
                </p:nvSpPr>
                <p:spPr>
                  <a:xfrm>
                    <a:off x="10270575" y="5615231"/>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37" name="楕円 536">
                    <a:extLst>
                      <a:ext uri="{FF2B5EF4-FFF2-40B4-BE49-F238E27FC236}">
                        <a16:creationId xmlns:a16="http://schemas.microsoft.com/office/drawing/2014/main" id="{F8C56183-026F-125F-0021-32009EE1D02D}"/>
                      </a:ext>
                    </a:extLst>
                  </p:cNvPr>
                  <p:cNvSpPr/>
                  <p:nvPr/>
                </p:nvSpPr>
                <p:spPr>
                  <a:xfrm>
                    <a:off x="11851725" y="6482007"/>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15" name="グループ化 514">
                  <a:extLst>
                    <a:ext uri="{FF2B5EF4-FFF2-40B4-BE49-F238E27FC236}">
                      <a16:creationId xmlns:a16="http://schemas.microsoft.com/office/drawing/2014/main" id="{FC2988E3-E42D-4BE9-A745-6B97AF1784C5}"/>
                    </a:ext>
                  </a:extLst>
                </p:cNvPr>
                <p:cNvGrpSpPr>
                  <a:grpSpLocks noChangeAspect="1"/>
                </p:cNvGrpSpPr>
                <p:nvPr/>
              </p:nvGrpSpPr>
              <p:grpSpPr>
                <a:xfrm rot="16200000" flipV="1">
                  <a:off x="6931670" y="5688000"/>
                  <a:ext cx="450000" cy="540000"/>
                  <a:chOff x="9214377" y="4613619"/>
                  <a:chExt cx="955698" cy="1013184"/>
                </a:xfrm>
                <a:grpFill/>
              </p:grpSpPr>
              <p:cxnSp>
                <p:nvCxnSpPr>
                  <p:cNvPr id="532" name="コネクタ: カギ線 531">
                    <a:extLst>
                      <a:ext uri="{FF2B5EF4-FFF2-40B4-BE49-F238E27FC236}">
                        <a16:creationId xmlns:a16="http://schemas.microsoft.com/office/drawing/2014/main" id="{5BC06FD3-38CE-147C-679F-E25EA9B7EAC3}"/>
                      </a:ext>
                    </a:extLst>
                  </p:cNvPr>
                  <p:cNvCxnSpPr>
                    <a:cxnSpLocks/>
                  </p:cNvCxnSpPr>
                  <p:nvPr/>
                </p:nvCxnSpPr>
                <p:spPr>
                  <a:xfrm rot="5400000" flipH="1" flipV="1">
                    <a:off x="9230635" y="4687363"/>
                    <a:ext cx="923182" cy="865697"/>
                  </a:xfrm>
                  <a:prstGeom prst="bentConnector3">
                    <a:avLst>
                      <a:gd name="adj1" fmla="val -97542"/>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533" name="楕円 532">
                    <a:extLst>
                      <a:ext uri="{FF2B5EF4-FFF2-40B4-BE49-F238E27FC236}">
                        <a16:creationId xmlns:a16="http://schemas.microsoft.com/office/drawing/2014/main" id="{D89819F9-816D-7726-0220-CCB1FB4533AE}"/>
                      </a:ext>
                    </a:extLst>
                  </p:cNvPr>
                  <p:cNvSpPr/>
                  <p:nvPr/>
                </p:nvSpPr>
                <p:spPr>
                  <a:xfrm>
                    <a:off x="9214377" y="553680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34" name="楕円 533">
                    <a:extLst>
                      <a:ext uri="{FF2B5EF4-FFF2-40B4-BE49-F238E27FC236}">
                        <a16:creationId xmlns:a16="http://schemas.microsoft.com/office/drawing/2014/main" id="{FF60C3D5-2586-EC6A-90DE-2A1927091CD9}"/>
                      </a:ext>
                    </a:extLst>
                  </p:cNvPr>
                  <p:cNvSpPr/>
                  <p:nvPr/>
                </p:nvSpPr>
                <p:spPr>
                  <a:xfrm>
                    <a:off x="10080075" y="4613619"/>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16" name="グループ化 515">
                  <a:extLst>
                    <a:ext uri="{FF2B5EF4-FFF2-40B4-BE49-F238E27FC236}">
                      <a16:creationId xmlns:a16="http://schemas.microsoft.com/office/drawing/2014/main" id="{07909051-70DF-CF96-A8C8-F4B03600BEAE}"/>
                    </a:ext>
                  </a:extLst>
                </p:cNvPr>
                <p:cNvGrpSpPr>
                  <a:grpSpLocks noChangeAspect="1"/>
                </p:cNvGrpSpPr>
                <p:nvPr/>
              </p:nvGrpSpPr>
              <p:grpSpPr>
                <a:xfrm>
                  <a:off x="6886670" y="5958000"/>
                  <a:ext cx="300000" cy="360000"/>
                  <a:chOff x="9214377" y="4613619"/>
                  <a:chExt cx="955698" cy="1013184"/>
                </a:xfrm>
                <a:grpFill/>
              </p:grpSpPr>
              <p:cxnSp>
                <p:nvCxnSpPr>
                  <p:cNvPr id="529" name="コネクタ: カギ線 528">
                    <a:extLst>
                      <a:ext uri="{FF2B5EF4-FFF2-40B4-BE49-F238E27FC236}">
                        <a16:creationId xmlns:a16="http://schemas.microsoft.com/office/drawing/2014/main" id="{41E3EB26-FE37-038A-2D83-19DB49C1D0C4}"/>
                      </a:ext>
                    </a:extLst>
                  </p:cNvPr>
                  <p:cNvCxnSpPr>
                    <a:cxnSpLocks/>
                  </p:cNvCxnSpPr>
                  <p:nvPr/>
                </p:nvCxnSpPr>
                <p:spPr>
                  <a:xfrm rot="5400000" flipH="1" flipV="1">
                    <a:off x="9230635" y="4687363"/>
                    <a:ext cx="923182" cy="865697"/>
                  </a:xfrm>
                  <a:prstGeom prst="bentConnector3">
                    <a:avLst>
                      <a:gd name="adj1" fmla="val -97542"/>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530" name="楕円 529">
                    <a:extLst>
                      <a:ext uri="{FF2B5EF4-FFF2-40B4-BE49-F238E27FC236}">
                        <a16:creationId xmlns:a16="http://schemas.microsoft.com/office/drawing/2014/main" id="{391AA3F3-EDDE-6CBB-B8E4-3E8D104E74D1}"/>
                      </a:ext>
                    </a:extLst>
                  </p:cNvPr>
                  <p:cNvSpPr/>
                  <p:nvPr/>
                </p:nvSpPr>
                <p:spPr>
                  <a:xfrm>
                    <a:off x="9214377" y="553680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31" name="楕円 530">
                    <a:extLst>
                      <a:ext uri="{FF2B5EF4-FFF2-40B4-BE49-F238E27FC236}">
                        <a16:creationId xmlns:a16="http://schemas.microsoft.com/office/drawing/2014/main" id="{F5ED79A4-012E-B6B0-C447-A1353E2DB7B3}"/>
                      </a:ext>
                    </a:extLst>
                  </p:cNvPr>
                  <p:cNvSpPr/>
                  <p:nvPr/>
                </p:nvSpPr>
                <p:spPr>
                  <a:xfrm>
                    <a:off x="10080075" y="4613619"/>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17" name="グループ化 516">
                  <a:extLst>
                    <a:ext uri="{FF2B5EF4-FFF2-40B4-BE49-F238E27FC236}">
                      <a16:creationId xmlns:a16="http://schemas.microsoft.com/office/drawing/2014/main" id="{A14F5229-80F8-71BD-DF2D-3EE27F95245A}"/>
                    </a:ext>
                  </a:extLst>
                </p:cNvPr>
                <p:cNvGrpSpPr>
                  <a:grpSpLocks noChangeAspect="1"/>
                </p:cNvGrpSpPr>
                <p:nvPr/>
              </p:nvGrpSpPr>
              <p:grpSpPr>
                <a:xfrm rot="10800000">
                  <a:off x="6290807" y="5758281"/>
                  <a:ext cx="360000" cy="900000"/>
                  <a:chOff x="10974050" y="4410803"/>
                  <a:chExt cx="723411" cy="1726260"/>
                </a:xfrm>
                <a:grpFill/>
              </p:grpSpPr>
              <p:cxnSp>
                <p:nvCxnSpPr>
                  <p:cNvPr id="526" name="コネクタ: カギ線 525">
                    <a:extLst>
                      <a:ext uri="{FF2B5EF4-FFF2-40B4-BE49-F238E27FC236}">
                        <a16:creationId xmlns:a16="http://schemas.microsoft.com/office/drawing/2014/main" id="{25514848-FC68-7AB8-74B8-91562DCED530}"/>
                      </a:ext>
                    </a:extLst>
                  </p:cNvPr>
                  <p:cNvCxnSpPr>
                    <a:cxnSpLocks/>
                  </p:cNvCxnSpPr>
                  <p:nvPr/>
                </p:nvCxnSpPr>
                <p:spPr>
                  <a:xfrm rot="16200000" flipH="1">
                    <a:off x="10516848" y="4958007"/>
                    <a:ext cx="1637815" cy="633410"/>
                  </a:xfrm>
                  <a:prstGeom prst="bentConnector3">
                    <a:avLst>
                      <a:gd name="adj1" fmla="val 50000"/>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527" name="楕円 526">
                    <a:extLst>
                      <a:ext uri="{FF2B5EF4-FFF2-40B4-BE49-F238E27FC236}">
                        <a16:creationId xmlns:a16="http://schemas.microsoft.com/office/drawing/2014/main" id="{6CC81D6F-7BF1-7192-44EF-E12FE6FEE4EE}"/>
                      </a:ext>
                    </a:extLst>
                  </p:cNvPr>
                  <p:cNvSpPr/>
                  <p:nvPr/>
                </p:nvSpPr>
                <p:spPr>
                  <a:xfrm>
                    <a:off x="10974050" y="441080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8" name="楕円 527">
                    <a:extLst>
                      <a:ext uri="{FF2B5EF4-FFF2-40B4-BE49-F238E27FC236}">
                        <a16:creationId xmlns:a16="http://schemas.microsoft.com/office/drawing/2014/main" id="{03032112-80E4-519D-7C28-3E307C78B7E5}"/>
                      </a:ext>
                    </a:extLst>
                  </p:cNvPr>
                  <p:cNvSpPr/>
                  <p:nvPr/>
                </p:nvSpPr>
                <p:spPr>
                  <a:xfrm>
                    <a:off x="11607461" y="604706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18" name="グループ化 517">
                  <a:extLst>
                    <a:ext uri="{FF2B5EF4-FFF2-40B4-BE49-F238E27FC236}">
                      <a16:creationId xmlns:a16="http://schemas.microsoft.com/office/drawing/2014/main" id="{6E0AEB31-F185-7481-BD61-0F313E8DB8C9}"/>
                    </a:ext>
                  </a:extLst>
                </p:cNvPr>
                <p:cNvGrpSpPr>
                  <a:grpSpLocks noChangeAspect="1"/>
                </p:cNvGrpSpPr>
                <p:nvPr/>
              </p:nvGrpSpPr>
              <p:grpSpPr>
                <a:xfrm rot="5400000">
                  <a:off x="6877890" y="4890307"/>
                  <a:ext cx="72000" cy="1080000"/>
                  <a:chOff x="8774478" y="2962651"/>
                  <a:chExt cx="78776" cy="1124716"/>
                </a:xfrm>
                <a:grpFill/>
              </p:grpSpPr>
              <p:cxnSp>
                <p:nvCxnSpPr>
                  <p:cNvPr id="523" name="直線コネクタ 522">
                    <a:extLst>
                      <a:ext uri="{FF2B5EF4-FFF2-40B4-BE49-F238E27FC236}">
                        <a16:creationId xmlns:a16="http://schemas.microsoft.com/office/drawing/2014/main" id="{89CDF056-3CF6-01BC-F0D2-90BA3F83A776}"/>
                      </a:ext>
                    </a:extLst>
                  </p:cNvPr>
                  <p:cNvCxnSpPr>
                    <a:cxnSpLocks/>
                  </p:cNvCxnSpPr>
                  <p:nvPr/>
                </p:nvCxnSpPr>
                <p:spPr>
                  <a:xfrm>
                    <a:off x="8811828" y="2985009"/>
                    <a:ext cx="10852" cy="1080000"/>
                  </a:xfrm>
                  <a:prstGeom prst="line">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524" name="楕円 523">
                    <a:extLst>
                      <a:ext uri="{FF2B5EF4-FFF2-40B4-BE49-F238E27FC236}">
                        <a16:creationId xmlns:a16="http://schemas.microsoft.com/office/drawing/2014/main" id="{21E2A8A1-4A0D-4EAF-C6E6-A3FE644D19A2}"/>
                      </a:ext>
                    </a:extLst>
                  </p:cNvPr>
                  <p:cNvSpPr/>
                  <p:nvPr/>
                </p:nvSpPr>
                <p:spPr>
                  <a:xfrm>
                    <a:off x="8774478" y="2962651"/>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5" name="楕円 524">
                    <a:extLst>
                      <a:ext uri="{FF2B5EF4-FFF2-40B4-BE49-F238E27FC236}">
                        <a16:creationId xmlns:a16="http://schemas.microsoft.com/office/drawing/2014/main" id="{0D80A091-CE69-C0E4-0514-25BC60A06FEC}"/>
                      </a:ext>
                    </a:extLst>
                  </p:cNvPr>
                  <p:cNvSpPr/>
                  <p:nvPr/>
                </p:nvSpPr>
                <p:spPr>
                  <a:xfrm>
                    <a:off x="8781254" y="4015367"/>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19" name="グループ化 518">
                  <a:extLst>
                    <a:ext uri="{FF2B5EF4-FFF2-40B4-BE49-F238E27FC236}">
                      <a16:creationId xmlns:a16="http://schemas.microsoft.com/office/drawing/2014/main" id="{CB11AA93-42A3-C0DF-0601-721B695C4D71}"/>
                    </a:ext>
                  </a:extLst>
                </p:cNvPr>
                <p:cNvGrpSpPr>
                  <a:grpSpLocks noChangeAspect="1"/>
                </p:cNvGrpSpPr>
                <p:nvPr/>
              </p:nvGrpSpPr>
              <p:grpSpPr>
                <a:xfrm rot="5400000">
                  <a:off x="6877890" y="5048051"/>
                  <a:ext cx="72000" cy="1080000"/>
                  <a:chOff x="8774478" y="2962651"/>
                  <a:chExt cx="78776" cy="1124716"/>
                </a:xfrm>
                <a:grpFill/>
              </p:grpSpPr>
              <p:cxnSp>
                <p:nvCxnSpPr>
                  <p:cNvPr id="520" name="直線コネクタ 519">
                    <a:extLst>
                      <a:ext uri="{FF2B5EF4-FFF2-40B4-BE49-F238E27FC236}">
                        <a16:creationId xmlns:a16="http://schemas.microsoft.com/office/drawing/2014/main" id="{7E10A182-3B73-9758-0815-676E209B94E6}"/>
                      </a:ext>
                    </a:extLst>
                  </p:cNvPr>
                  <p:cNvCxnSpPr>
                    <a:cxnSpLocks/>
                  </p:cNvCxnSpPr>
                  <p:nvPr/>
                </p:nvCxnSpPr>
                <p:spPr>
                  <a:xfrm>
                    <a:off x="8811828" y="2985009"/>
                    <a:ext cx="10852" cy="1080000"/>
                  </a:xfrm>
                  <a:prstGeom prst="line">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521" name="楕円 520">
                    <a:extLst>
                      <a:ext uri="{FF2B5EF4-FFF2-40B4-BE49-F238E27FC236}">
                        <a16:creationId xmlns:a16="http://schemas.microsoft.com/office/drawing/2014/main" id="{8D389D20-BF33-4EE9-8551-783501642523}"/>
                      </a:ext>
                    </a:extLst>
                  </p:cNvPr>
                  <p:cNvSpPr/>
                  <p:nvPr/>
                </p:nvSpPr>
                <p:spPr>
                  <a:xfrm>
                    <a:off x="8774478" y="2962651"/>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2" name="楕円 521">
                    <a:extLst>
                      <a:ext uri="{FF2B5EF4-FFF2-40B4-BE49-F238E27FC236}">
                        <a16:creationId xmlns:a16="http://schemas.microsoft.com/office/drawing/2014/main" id="{55B16C75-46E6-60A0-CED2-F6F6622B86E1}"/>
                      </a:ext>
                    </a:extLst>
                  </p:cNvPr>
                  <p:cNvSpPr/>
                  <p:nvPr/>
                </p:nvSpPr>
                <p:spPr>
                  <a:xfrm>
                    <a:off x="8781254" y="4015367"/>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grpSp>
          <p:nvGrpSpPr>
            <p:cNvPr id="507" name="グループ化 506">
              <a:extLst>
                <a:ext uri="{FF2B5EF4-FFF2-40B4-BE49-F238E27FC236}">
                  <a16:creationId xmlns:a16="http://schemas.microsoft.com/office/drawing/2014/main" id="{A725FE44-2AF1-F1BB-FE5C-F79073641747}"/>
                </a:ext>
              </a:extLst>
            </p:cNvPr>
            <p:cNvGrpSpPr/>
            <p:nvPr/>
          </p:nvGrpSpPr>
          <p:grpSpPr>
            <a:xfrm rot="5400000">
              <a:off x="7545576" y="2339989"/>
              <a:ext cx="1800000" cy="1551724"/>
              <a:chOff x="8154186" y="2653138"/>
              <a:chExt cx="1800000" cy="1551724"/>
            </a:xfrm>
            <a:solidFill>
              <a:srgbClr val="FBFAFF"/>
            </a:solidFill>
          </p:grpSpPr>
          <p:sp>
            <p:nvSpPr>
              <p:cNvPr id="613" name="六角形 612">
                <a:extLst>
                  <a:ext uri="{FF2B5EF4-FFF2-40B4-BE49-F238E27FC236}">
                    <a16:creationId xmlns:a16="http://schemas.microsoft.com/office/drawing/2014/main" id="{0FAAA075-DA20-CEAD-2D26-F94CDAA23C82}"/>
                  </a:ext>
                </a:extLst>
              </p:cNvPr>
              <p:cNvSpPr>
                <a:spLocks noChangeAspect="1"/>
              </p:cNvSpPr>
              <p:nvPr/>
            </p:nvSpPr>
            <p:spPr>
              <a:xfrm>
                <a:off x="8154186" y="2653138"/>
                <a:ext cx="1800000" cy="1551724"/>
              </a:xfrm>
              <a:prstGeom prst="hexagon">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14" name="グループ化 613">
                <a:extLst>
                  <a:ext uri="{FF2B5EF4-FFF2-40B4-BE49-F238E27FC236}">
                    <a16:creationId xmlns:a16="http://schemas.microsoft.com/office/drawing/2014/main" id="{4C66EC6B-F156-7508-8071-8FA51B253F9F}"/>
                  </a:ext>
                </a:extLst>
              </p:cNvPr>
              <p:cNvGrpSpPr>
                <a:grpSpLocks noChangeAspect="1"/>
              </p:cNvGrpSpPr>
              <p:nvPr/>
            </p:nvGrpSpPr>
            <p:grpSpPr>
              <a:xfrm rot="10800000">
                <a:off x="8514186" y="2775673"/>
                <a:ext cx="1080000" cy="540000"/>
                <a:chOff x="10270575" y="5615231"/>
                <a:chExt cx="1671150" cy="956776"/>
              </a:xfrm>
              <a:grpFill/>
            </p:grpSpPr>
            <p:cxnSp>
              <p:nvCxnSpPr>
                <p:cNvPr id="635" name="コネクタ: カギ線 634">
                  <a:extLst>
                    <a:ext uri="{FF2B5EF4-FFF2-40B4-BE49-F238E27FC236}">
                      <a16:creationId xmlns:a16="http://schemas.microsoft.com/office/drawing/2014/main" id="{7E79397D-9081-28B4-8BD8-29AE38B53E8D}"/>
                    </a:ext>
                  </a:extLst>
                </p:cNvPr>
                <p:cNvCxnSpPr>
                  <a:cxnSpLocks/>
                </p:cNvCxnSpPr>
                <p:nvPr/>
              </p:nvCxnSpPr>
              <p:spPr>
                <a:xfrm>
                  <a:off x="10315575" y="5660232"/>
                  <a:ext cx="1581150" cy="866775"/>
                </a:xfrm>
                <a:prstGeom prst="bentConnector3">
                  <a:avLst>
                    <a:gd name="adj1" fmla="val 54819"/>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636" name="楕円 635">
                  <a:extLst>
                    <a:ext uri="{FF2B5EF4-FFF2-40B4-BE49-F238E27FC236}">
                      <a16:creationId xmlns:a16="http://schemas.microsoft.com/office/drawing/2014/main" id="{FF981599-C0CF-9DB2-C4C2-8C8616580C14}"/>
                    </a:ext>
                  </a:extLst>
                </p:cNvPr>
                <p:cNvSpPr/>
                <p:nvPr/>
              </p:nvSpPr>
              <p:spPr>
                <a:xfrm>
                  <a:off x="10270575" y="5615231"/>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7" name="楕円 636">
                  <a:extLst>
                    <a:ext uri="{FF2B5EF4-FFF2-40B4-BE49-F238E27FC236}">
                      <a16:creationId xmlns:a16="http://schemas.microsoft.com/office/drawing/2014/main" id="{E5DFB99D-964D-57D7-7A17-4D141E9D4A58}"/>
                    </a:ext>
                  </a:extLst>
                </p:cNvPr>
                <p:cNvSpPr/>
                <p:nvPr/>
              </p:nvSpPr>
              <p:spPr>
                <a:xfrm>
                  <a:off x="11851725" y="6482007"/>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15" name="グループ化 614">
                <a:extLst>
                  <a:ext uri="{FF2B5EF4-FFF2-40B4-BE49-F238E27FC236}">
                    <a16:creationId xmlns:a16="http://schemas.microsoft.com/office/drawing/2014/main" id="{9EC90106-A1C8-730D-7C4D-15D07237B1A3}"/>
                  </a:ext>
                </a:extLst>
              </p:cNvPr>
              <p:cNvGrpSpPr>
                <a:grpSpLocks noChangeAspect="1"/>
              </p:cNvGrpSpPr>
              <p:nvPr/>
            </p:nvGrpSpPr>
            <p:grpSpPr>
              <a:xfrm rot="10800000" flipV="1">
                <a:off x="8829186" y="2889000"/>
                <a:ext cx="450000" cy="540000"/>
                <a:chOff x="9214377" y="4613619"/>
                <a:chExt cx="955698" cy="1013184"/>
              </a:xfrm>
              <a:grpFill/>
            </p:grpSpPr>
            <p:cxnSp>
              <p:nvCxnSpPr>
                <p:cNvPr id="632" name="コネクタ: カギ線 631">
                  <a:extLst>
                    <a:ext uri="{FF2B5EF4-FFF2-40B4-BE49-F238E27FC236}">
                      <a16:creationId xmlns:a16="http://schemas.microsoft.com/office/drawing/2014/main" id="{0B92CAE1-2327-3FA6-DD0E-EF98FBADA3F9}"/>
                    </a:ext>
                  </a:extLst>
                </p:cNvPr>
                <p:cNvCxnSpPr>
                  <a:cxnSpLocks/>
                </p:cNvCxnSpPr>
                <p:nvPr/>
              </p:nvCxnSpPr>
              <p:spPr>
                <a:xfrm rot="5400000" flipH="1" flipV="1">
                  <a:off x="9230635" y="4687363"/>
                  <a:ext cx="923182" cy="865697"/>
                </a:xfrm>
                <a:prstGeom prst="bentConnector3">
                  <a:avLst>
                    <a:gd name="adj1" fmla="val -97542"/>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633" name="楕円 632">
                  <a:extLst>
                    <a:ext uri="{FF2B5EF4-FFF2-40B4-BE49-F238E27FC236}">
                      <a16:creationId xmlns:a16="http://schemas.microsoft.com/office/drawing/2014/main" id="{2D60CE28-DEC9-FD54-0FE1-E0A66B926629}"/>
                    </a:ext>
                  </a:extLst>
                </p:cNvPr>
                <p:cNvSpPr/>
                <p:nvPr/>
              </p:nvSpPr>
              <p:spPr>
                <a:xfrm>
                  <a:off x="9214377" y="553680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4" name="楕円 633">
                  <a:extLst>
                    <a:ext uri="{FF2B5EF4-FFF2-40B4-BE49-F238E27FC236}">
                      <a16:creationId xmlns:a16="http://schemas.microsoft.com/office/drawing/2014/main" id="{17E55E98-2999-2600-1591-57C9783BFE4E}"/>
                    </a:ext>
                  </a:extLst>
                </p:cNvPr>
                <p:cNvSpPr/>
                <p:nvPr/>
              </p:nvSpPr>
              <p:spPr>
                <a:xfrm>
                  <a:off x="10080075" y="4613619"/>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16" name="グループ化 615">
                <a:extLst>
                  <a:ext uri="{FF2B5EF4-FFF2-40B4-BE49-F238E27FC236}">
                    <a16:creationId xmlns:a16="http://schemas.microsoft.com/office/drawing/2014/main" id="{3BEC0A5E-FFA9-3AE0-9BB3-35FF60755EAE}"/>
                  </a:ext>
                </a:extLst>
              </p:cNvPr>
              <p:cNvGrpSpPr>
                <a:grpSpLocks noChangeAspect="1"/>
              </p:cNvGrpSpPr>
              <p:nvPr/>
            </p:nvGrpSpPr>
            <p:grpSpPr>
              <a:xfrm rot="16200000">
                <a:off x="9084186" y="3099000"/>
                <a:ext cx="300000" cy="360000"/>
                <a:chOff x="9214377" y="4613619"/>
                <a:chExt cx="955698" cy="1013184"/>
              </a:xfrm>
              <a:grpFill/>
            </p:grpSpPr>
            <p:cxnSp>
              <p:nvCxnSpPr>
                <p:cNvPr id="629" name="コネクタ: カギ線 628">
                  <a:extLst>
                    <a:ext uri="{FF2B5EF4-FFF2-40B4-BE49-F238E27FC236}">
                      <a16:creationId xmlns:a16="http://schemas.microsoft.com/office/drawing/2014/main" id="{BAE2A2D6-B3B0-8D52-9995-54F5F6479BA0}"/>
                    </a:ext>
                  </a:extLst>
                </p:cNvPr>
                <p:cNvCxnSpPr>
                  <a:cxnSpLocks/>
                </p:cNvCxnSpPr>
                <p:nvPr/>
              </p:nvCxnSpPr>
              <p:spPr>
                <a:xfrm rot="5400000" flipH="1" flipV="1">
                  <a:off x="9230635" y="4687363"/>
                  <a:ext cx="923182" cy="865697"/>
                </a:xfrm>
                <a:prstGeom prst="bentConnector3">
                  <a:avLst>
                    <a:gd name="adj1" fmla="val -97542"/>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630" name="楕円 629">
                  <a:extLst>
                    <a:ext uri="{FF2B5EF4-FFF2-40B4-BE49-F238E27FC236}">
                      <a16:creationId xmlns:a16="http://schemas.microsoft.com/office/drawing/2014/main" id="{E95D1A3D-01F8-F5DD-ABB1-D28AE2647653}"/>
                    </a:ext>
                  </a:extLst>
                </p:cNvPr>
                <p:cNvSpPr/>
                <p:nvPr/>
              </p:nvSpPr>
              <p:spPr>
                <a:xfrm>
                  <a:off x="9214377" y="553680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1" name="楕円 630">
                  <a:extLst>
                    <a:ext uri="{FF2B5EF4-FFF2-40B4-BE49-F238E27FC236}">
                      <a16:creationId xmlns:a16="http://schemas.microsoft.com/office/drawing/2014/main" id="{57D6B51A-638D-26E5-B405-FC027C3AADC5}"/>
                    </a:ext>
                  </a:extLst>
                </p:cNvPr>
                <p:cNvSpPr/>
                <p:nvPr/>
              </p:nvSpPr>
              <p:spPr>
                <a:xfrm>
                  <a:off x="10080075" y="4613619"/>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17" name="グループ化 616">
                <a:extLst>
                  <a:ext uri="{FF2B5EF4-FFF2-40B4-BE49-F238E27FC236}">
                    <a16:creationId xmlns:a16="http://schemas.microsoft.com/office/drawing/2014/main" id="{8EA1077B-6DCA-4ED4-34F9-AE83483DB335}"/>
                  </a:ext>
                </a:extLst>
              </p:cNvPr>
              <p:cNvGrpSpPr>
                <a:grpSpLocks noChangeAspect="1"/>
              </p:cNvGrpSpPr>
              <p:nvPr/>
            </p:nvGrpSpPr>
            <p:grpSpPr>
              <a:xfrm rot="5400000">
                <a:off x="9124467" y="3394863"/>
                <a:ext cx="360000" cy="900000"/>
                <a:chOff x="10974050" y="4410803"/>
                <a:chExt cx="723411" cy="1726260"/>
              </a:xfrm>
              <a:grpFill/>
            </p:grpSpPr>
            <p:cxnSp>
              <p:nvCxnSpPr>
                <p:cNvPr id="626" name="コネクタ: カギ線 625">
                  <a:extLst>
                    <a:ext uri="{FF2B5EF4-FFF2-40B4-BE49-F238E27FC236}">
                      <a16:creationId xmlns:a16="http://schemas.microsoft.com/office/drawing/2014/main" id="{ED030E50-E324-7154-F6CD-CE6A6F2F1CBE}"/>
                    </a:ext>
                  </a:extLst>
                </p:cNvPr>
                <p:cNvCxnSpPr>
                  <a:cxnSpLocks/>
                </p:cNvCxnSpPr>
                <p:nvPr/>
              </p:nvCxnSpPr>
              <p:spPr>
                <a:xfrm rot="16200000" flipH="1">
                  <a:off x="10516848" y="4958007"/>
                  <a:ext cx="1637815" cy="633410"/>
                </a:xfrm>
                <a:prstGeom prst="bentConnector3">
                  <a:avLst>
                    <a:gd name="adj1" fmla="val 50000"/>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627" name="楕円 626">
                  <a:extLst>
                    <a:ext uri="{FF2B5EF4-FFF2-40B4-BE49-F238E27FC236}">
                      <a16:creationId xmlns:a16="http://schemas.microsoft.com/office/drawing/2014/main" id="{4E09CF79-E82F-A740-3065-086934F136C6}"/>
                    </a:ext>
                  </a:extLst>
                </p:cNvPr>
                <p:cNvSpPr/>
                <p:nvPr/>
              </p:nvSpPr>
              <p:spPr>
                <a:xfrm>
                  <a:off x="10974050" y="441080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8" name="楕円 627">
                  <a:extLst>
                    <a:ext uri="{FF2B5EF4-FFF2-40B4-BE49-F238E27FC236}">
                      <a16:creationId xmlns:a16="http://schemas.microsoft.com/office/drawing/2014/main" id="{8239E8F1-839E-3023-4F02-3F0D4ABA3214}"/>
                    </a:ext>
                  </a:extLst>
                </p:cNvPr>
                <p:cNvSpPr/>
                <p:nvPr/>
              </p:nvSpPr>
              <p:spPr>
                <a:xfrm>
                  <a:off x="11607461" y="604706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18" name="グループ化 617">
                <a:extLst>
                  <a:ext uri="{FF2B5EF4-FFF2-40B4-BE49-F238E27FC236}">
                    <a16:creationId xmlns:a16="http://schemas.microsoft.com/office/drawing/2014/main" id="{F219785E-B80D-E30D-4274-DD9938434EFB}"/>
                  </a:ext>
                </a:extLst>
              </p:cNvPr>
              <p:cNvGrpSpPr>
                <a:grpSpLocks noChangeAspect="1"/>
              </p:cNvGrpSpPr>
              <p:nvPr/>
            </p:nvGrpSpPr>
            <p:grpSpPr>
              <a:xfrm>
                <a:off x="8490493" y="2861780"/>
                <a:ext cx="72000" cy="1080000"/>
                <a:chOff x="8774478" y="2962651"/>
                <a:chExt cx="78776" cy="1124716"/>
              </a:xfrm>
              <a:grpFill/>
            </p:grpSpPr>
            <p:cxnSp>
              <p:nvCxnSpPr>
                <p:cNvPr id="623" name="直線コネクタ 622">
                  <a:extLst>
                    <a:ext uri="{FF2B5EF4-FFF2-40B4-BE49-F238E27FC236}">
                      <a16:creationId xmlns:a16="http://schemas.microsoft.com/office/drawing/2014/main" id="{26179565-F620-61DC-97E7-22704026DE6D}"/>
                    </a:ext>
                  </a:extLst>
                </p:cNvPr>
                <p:cNvCxnSpPr>
                  <a:cxnSpLocks/>
                </p:cNvCxnSpPr>
                <p:nvPr/>
              </p:nvCxnSpPr>
              <p:spPr>
                <a:xfrm>
                  <a:off x="8811828" y="2985009"/>
                  <a:ext cx="10852" cy="1080000"/>
                </a:xfrm>
                <a:prstGeom prst="line">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624" name="楕円 623">
                  <a:extLst>
                    <a:ext uri="{FF2B5EF4-FFF2-40B4-BE49-F238E27FC236}">
                      <a16:creationId xmlns:a16="http://schemas.microsoft.com/office/drawing/2014/main" id="{F554F410-6602-A69E-F9D5-FC33497FD8E3}"/>
                    </a:ext>
                  </a:extLst>
                </p:cNvPr>
                <p:cNvSpPr/>
                <p:nvPr/>
              </p:nvSpPr>
              <p:spPr>
                <a:xfrm>
                  <a:off x="8774478" y="2962651"/>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5" name="楕円 624">
                  <a:extLst>
                    <a:ext uri="{FF2B5EF4-FFF2-40B4-BE49-F238E27FC236}">
                      <a16:creationId xmlns:a16="http://schemas.microsoft.com/office/drawing/2014/main" id="{C0440946-9CE8-2C7E-6924-9A348A69E27C}"/>
                    </a:ext>
                  </a:extLst>
                </p:cNvPr>
                <p:cNvSpPr/>
                <p:nvPr/>
              </p:nvSpPr>
              <p:spPr>
                <a:xfrm>
                  <a:off x="8781254" y="4015367"/>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19" name="グループ化 618">
                <a:extLst>
                  <a:ext uri="{FF2B5EF4-FFF2-40B4-BE49-F238E27FC236}">
                    <a16:creationId xmlns:a16="http://schemas.microsoft.com/office/drawing/2014/main" id="{F9EF6D32-A04C-C852-B54B-E173863D2FDF}"/>
                  </a:ext>
                </a:extLst>
              </p:cNvPr>
              <p:cNvGrpSpPr>
                <a:grpSpLocks noChangeAspect="1"/>
              </p:cNvGrpSpPr>
              <p:nvPr/>
            </p:nvGrpSpPr>
            <p:grpSpPr>
              <a:xfrm>
                <a:off x="8648237" y="2861780"/>
                <a:ext cx="72000" cy="1080000"/>
                <a:chOff x="8774478" y="2962651"/>
                <a:chExt cx="78776" cy="1124716"/>
              </a:xfrm>
              <a:grpFill/>
            </p:grpSpPr>
            <p:cxnSp>
              <p:nvCxnSpPr>
                <p:cNvPr id="620" name="直線コネクタ 619">
                  <a:extLst>
                    <a:ext uri="{FF2B5EF4-FFF2-40B4-BE49-F238E27FC236}">
                      <a16:creationId xmlns:a16="http://schemas.microsoft.com/office/drawing/2014/main" id="{DB004B68-C1FA-C9DE-A219-9CD785C7B6E2}"/>
                    </a:ext>
                  </a:extLst>
                </p:cNvPr>
                <p:cNvCxnSpPr>
                  <a:cxnSpLocks/>
                </p:cNvCxnSpPr>
                <p:nvPr/>
              </p:nvCxnSpPr>
              <p:spPr>
                <a:xfrm>
                  <a:off x="8811828" y="2985009"/>
                  <a:ext cx="10852" cy="1080000"/>
                </a:xfrm>
                <a:prstGeom prst="line">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621" name="楕円 620">
                  <a:extLst>
                    <a:ext uri="{FF2B5EF4-FFF2-40B4-BE49-F238E27FC236}">
                      <a16:creationId xmlns:a16="http://schemas.microsoft.com/office/drawing/2014/main" id="{2AA2F295-BC23-6AFD-7B16-AA11D28C5DC2}"/>
                    </a:ext>
                  </a:extLst>
                </p:cNvPr>
                <p:cNvSpPr/>
                <p:nvPr/>
              </p:nvSpPr>
              <p:spPr>
                <a:xfrm>
                  <a:off x="8774478" y="2962651"/>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2" name="楕円 621">
                  <a:extLst>
                    <a:ext uri="{FF2B5EF4-FFF2-40B4-BE49-F238E27FC236}">
                      <a16:creationId xmlns:a16="http://schemas.microsoft.com/office/drawing/2014/main" id="{65994F28-3E8D-D3E4-F3F9-D0C16B53764A}"/>
                    </a:ext>
                  </a:extLst>
                </p:cNvPr>
                <p:cNvSpPr/>
                <p:nvPr/>
              </p:nvSpPr>
              <p:spPr>
                <a:xfrm>
                  <a:off x="8781254" y="4015367"/>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spTree>
    <p:extLst>
      <p:ext uri="{BB962C8B-B14F-4D97-AF65-F5344CB8AC3E}">
        <p14:creationId xmlns:p14="http://schemas.microsoft.com/office/powerpoint/2010/main" val="418733963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advTm="30000">
        <p159:morph option="byObject"/>
      </p:transition>
    </mc:Choice>
    <mc:Fallback>
      <p:transition spd="slow" advTm="3000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1000"/>
                                  </p:stCondLst>
                                  <p:childTnLst>
                                    <p:set>
                                      <p:cBhvr>
                                        <p:cTn id="6" dur="1" fill="hold">
                                          <p:stCondLst>
                                            <p:cond delay="0"/>
                                          </p:stCondLst>
                                        </p:cTn>
                                        <p:tgtEl>
                                          <p:spTgt spid="20">
                                            <p:txEl>
                                              <p:pRg st="0" end="0"/>
                                            </p:txEl>
                                          </p:spTgt>
                                        </p:tgtEl>
                                        <p:attrNameLst>
                                          <p:attrName>style.visibility</p:attrName>
                                        </p:attrNameLst>
                                      </p:cBhvr>
                                      <p:to>
                                        <p:strVal val="visible"/>
                                      </p:to>
                                    </p:set>
                                    <p:animEffect transition="in" filter="wipe(left)">
                                      <p:cBhvr>
                                        <p:cTn id="7" dur="1000"/>
                                        <p:tgtEl>
                                          <p:spTgt spid="2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直角三角形 3">
            <a:extLst>
              <a:ext uri="{FF2B5EF4-FFF2-40B4-BE49-F238E27FC236}">
                <a16:creationId xmlns:a16="http://schemas.microsoft.com/office/drawing/2014/main" id="{4CA1CB6D-F292-BAC6-BEB2-C47EFF3E7310}"/>
              </a:ext>
            </a:extLst>
          </p:cNvPr>
          <p:cNvSpPr>
            <a:spLocks/>
          </p:cNvSpPr>
          <p:nvPr/>
        </p:nvSpPr>
        <p:spPr>
          <a:xfrm rot="5400000">
            <a:off x="-2115824" y="-1659960"/>
            <a:ext cx="6858000" cy="10204333"/>
          </a:xfrm>
          <a:prstGeom prst="rtTriangle">
            <a:avLst/>
          </a:prstGeom>
          <a:solidFill>
            <a:srgbClr val="FFA700"/>
          </a:solidFill>
          <a:ln>
            <a:solidFill>
              <a:srgbClr val="FFA7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97" name="グループ化 1196">
            <a:extLst>
              <a:ext uri="{FF2B5EF4-FFF2-40B4-BE49-F238E27FC236}">
                <a16:creationId xmlns:a16="http://schemas.microsoft.com/office/drawing/2014/main" id="{8C938517-21BB-5C75-66DA-6D2004F87A72}"/>
              </a:ext>
            </a:extLst>
          </p:cNvPr>
          <p:cNvGrpSpPr>
            <a:grpSpLocks noChangeAspect="1"/>
          </p:cNvGrpSpPr>
          <p:nvPr/>
        </p:nvGrpSpPr>
        <p:grpSpPr>
          <a:xfrm>
            <a:off x="2943828" y="-2"/>
            <a:ext cx="8020231" cy="6849577"/>
            <a:chOff x="6117989" y="2207427"/>
            <a:chExt cx="5445395" cy="4650573"/>
          </a:xfrm>
          <a:solidFill>
            <a:srgbClr val="FBFAFF"/>
          </a:solidFill>
        </p:grpSpPr>
        <p:grpSp>
          <p:nvGrpSpPr>
            <p:cNvPr id="1198" name="グループ化 1197">
              <a:extLst>
                <a:ext uri="{FF2B5EF4-FFF2-40B4-BE49-F238E27FC236}">
                  <a16:creationId xmlns:a16="http://schemas.microsoft.com/office/drawing/2014/main" id="{9FDF3641-A3DD-E0CE-52D7-698F71DB2EDE}"/>
                </a:ext>
              </a:extLst>
            </p:cNvPr>
            <p:cNvGrpSpPr/>
            <p:nvPr/>
          </p:nvGrpSpPr>
          <p:grpSpPr>
            <a:xfrm>
              <a:off x="8452754" y="3629469"/>
              <a:ext cx="1551724" cy="1800000"/>
              <a:chOff x="8459937" y="3632714"/>
              <a:chExt cx="1551724" cy="1800000"/>
            </a:xfrm>
            <a:grpFill/>
          </p:grpSpPr>
          <p:sp>
            <p:nvSpPr>
              <p:cNvPr id="1383" name="六角形 1382">
                <a:extLst>
                  <a:ext uri="{FF2B5EF4-FFF2-40B4-BE49-F238E27FC236}">
                    <a16:creationId xmlns:a16="http://schemas.microsoft.com/office/drawing/2014/main" id="{3F102C54-7EB0-C320-422F-70EFCB9643B8}"/>
                  </a:ext>
                </a:extLst>
              </p:cNvPr>
              <p:cNvSpPr>
                <a:spLocks noChangeAspect="1"/>
              </p:cNvSpPr>
              <p:nvPr/>
            </p:nvSpPr>
            <p:spPr>
              <a:xfrm rot="5400000">
                <a:off x="8335799" y="3756852"/>
                <a:ext cx="1800000" cy="1551724"/>
              </a:xfrm>
              <a:prstGeom prst="hexagon">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84" name="グループ化 1383">
                <a:extLst>
                  <a:ext uri="{FF2B5EF4-FFF2-40B4-BE49-F238E27FC236}">
                    <a16:creationId xmlns:a16="http://schemas.microsoft.com/office/drawing/2014/main" id="{557298C6-7316-47B5-362B-6FCBD95C0865}"/>
                  </a:ext>
                </a:extLst>
              </p:cNvPr>
              <p:cNvGrpSpPr/>
              <p:nvPr/>
            </p:nvGrpSpPr>
            <p:grpSpPr>
              <a:xfrm rot="5400000">
                <a:off x="8514614" y="3900727"/>
                <a:ext cx="1249190" cy="1263974"/>
                <a:chOff x="8639936" y="3969021"/>
                <a:chExt cx="1249190" cy="1263974"/>
              </a:xfrm>
              <a:grpFill/>
            </p:grpSpPr>
            <p:grpSp>
              <p:nvGrpSpPr>
                <p:cNvPr id="1385" name="グループ化 1384">
                  <a:extLst>
                    <a:ext uri="{FF2B5EF4-FFF2-40B4-BE49-F238E27FC236}">
                      <a16:creationId xmlns:a16="http://schemas.microsoft.com/office/drawing/2014/main" id="{EF51A60B-9A5C-CA55-F662-F03E11C44040}"/>
                    </a:ext>
                  </a:extLst>
                </p:cNvPr>
                <p:cNvGrpSpPr>
                  <a:grpSpLocks noChangeAspect="1"/>
                </p:cNvGrpSpPr>
                <p:nvPr/>
              </p:nvGrpSpPr>
              <p:grpSpPr>
                <a:xfrm rot="16200000">
                  <a:off x="9079126" y="4262714"/>
                  <a:ext cx="1080000" cy="540000"/>
                  <a:chOff x="10270575" y="5615231"/>
                  <a:chExt cx="1671150" cy="956776"/>
                </a:xfrm>
                <a:grpFill/>
              </p:grpSpPr>
              <p:cxnSp>
                <p:nvCxnSpPr>
                  <p:cNvPr id="1406" name="コネクタ: カギ線 1405">
                    <a:extLst>
                      <a:ext uri="{FF2B5EF4-FFF2-40B4-BE49-F238E27FC236}">
                        <a16:creationId xmlns:a16="http://schemas.microsoft.com/office/drawing/2014/main" id="{007B1D46-9C9B-67B3-FF7A-2D7125305702}"/>
                      </a:ext>
                    </a:extLst>
                  </p:cNvPr>
                  <p:cNvCxnSpPr>
                    <a:cxnSpLocks/>
                  </p:cNvCxnSpPr>
                  <p:nvPr/>
                </p:nvCxnSpPr>
                <p:spPr>
                  <a:xfrm>
                    <a:off x="10315575" y="5660232"/>
                    <a:ext cx="1581150" cy="866775"/>
                  </a:xfrm>
                  <a:prstGeom prst="bentConnector3">
                    <a:avLst>
                      <a:gd name="adj1" fmla="val 54819"/>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1407" name="楕円 1406">
                    <a:extLst>
                      <a:ext uri="{FF2B5EF4-FFF2-40B4-BE49-F238E27FC236}">
                        <a16:creationId xmlns:a16="http://schemas.microsoft.com/office/drawing/2014/main" id="{A42D02C8-66B2-37DE-F41B-1A370DE26E14}"/>
                      </a:ext>
                    </a:extLst>
                  </p:cNvPr>
                  <p:cNvSpPr/>
                  <p:nvPr/>
                </p:nvSpPr>
                <p:spPr>
                  <a:xfrm>
                    <a:off x="10270575" y="5615231"/>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08" name="楕円 1407">
                    <a:extLst>
                      <a:ext uri="{FF2B5EF4-FFF2-40B4-BE49-F238E27FC236}">
                        <a16:creationId xmlns:a16="http://schemas.microsoft.com/office/drawing/2014/main" id="{28B5D9E1-FBAE-B831-1148-3601F54DFCAE}"/>
                      </a:ext>
                    </a:extLst>
                  </p:cNvPr>
                  <p:cNvSpPr/>
                  <p:nvPr/>
                </p:nvSpPr>
                <p:spPr>
                  <a:xfrm>
                    <a:off x="11851725" y="6482007"/>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386" name="グループ化 1385">
                  <a:extLst>
                    <a:ext uri="{FF2B5EF4-FFF2-40B4-BE49-F238E27FC236}">
                      <a16:creationId xmlns:a16="http://schemas.microsoft.com/office/drawing/2014/main" id="{6FD81FB7-3C86-8F78-47AA-4EDA9210DADE}"/>
                    </a:ext>
                  </a:extLst>
                </p:cNvPr>
                <p:cNvGrpSpPr>
                  <a:grpSpLocks noChangeAspect="1"/>
                </p:cNvGrpSpPr>
                <p:nvPr/>
              </p:nvGrpSpPr>
              <p:grpSpPr>
                <a:xfrm rot="16200000" flipV="1">
                  <a:off x="9280799" y="4262714"/>
                  <a:ext cx="450000" cy="540000"/>
                  <a:chOff x="9214377" y="4613619"/>
                  <a:chExt cx="955698" cy="1013184"/>
                </a:xfrm>
                <a:grpFill/>
              </p:grpSpPr>
              <p:cxnSp>
                <p:nvCxnSpPr>
                  <p:cNvPr id="1403" name="コネクタ: カギ線 1402">
                    <a:extLst>
                      <a:ext uri="{FF2B5EF4-FFF2-40B4-BE49-F238E27FC236}">
                        <a16:creationId xmlns:a16="http://schemas.microsoft.com/office/drawing/2014/main" id="{68A71955-42F9-E5EE-53F6-C5411C63A04D}"/>
                      </a:ext>
                    </a:extLst>
                  </p:cNvPr>
                  <p:cNvCxnSpPr>
                    <a:cxnSpLocks/>
                  </p:cNvCxnSpPr>
                  <p:nvPr/>
                </p:nvCxnSpPr>
                <p:spPr>
                  <a:xfrm rot="5400000" flipH="1" flipV="1">
                    <a:off x="9230635" y="4687363"/>
                    <a:ext cx="923182" cy="865697"/>
                  </a:xfrm>
                  <a:prstGeom prst="bentConnector3">
                    <a:avLst>
                      <a:gd name="adj1" fmla="val -97542"/>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1404" name="楕円 1403">
                    <a:extLst>
                      <a:ext uri="{FF2B5EF4-FFF2-40B4-BE49-F238E27FC236}">
                        <a16:creationId xmlns:a16="http://schemas.microsoft.com/office/drawing/2014/main" id="{5DDE4A86-533C-D0DC-6FB6-AF5417738952}"/>
                      </a:ext>
                    </a:extLst>
                  </p:cNvPr>
                  <p:cNvSpPr/>
                  <p:nvPr/>
                </p:nvSpPr>
                <p:spPr>
                  <a:xfrm>
                    <a:off x="9214377" y="553680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05" name="楕円 1404">
                    <a:extLst>
                      <a:ext uri="{FF2B5EF4-FFF2-40B4-BE49-F238E27FC236}">
                        <a16:creationId xmlns:a16="http://schemas.microsoft.com/office/drawing/2014/main" id="{81BAB7ED-8CFF-D2A6-B668-A11572E08922}"/>
                      </a:ext>
                    </a:extLst>
                  </p:cNvPr>
                  <p:cNvSpPr/>
                  <p:nvPr/>
                </p:nvSpPr>
                <p:spPr>
                  <a:xfrm>
                    <a:off x="10080075" y="4613619"/>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387" name="グループ化 1386">
                  <a:extLst>
                    <a:ext uri="{FF2B5EF4-FFF2-40B4-BE49-F238E27FC236}">
                      <a16:creationId xmlns:a16="http://schemas.microsoft.com/office/drawing/2014/main" id="{2E9F5881-5AF8-836F-09AC-052192903C07}"/>
                    </a:ext>
                  </a:extLst>
                </p:cNvPr>
                <p:cNvGrpSpPr>
                  <a:grpSpLocks noChangeAspect="1"/>
                </p:cNvGrpSpPr>
                <p:nvPr/>
              </p:nvGrpSpPr>
              <p:grpSpPr>
                <a:xfrm>
                  <a:off x="9235799" y="4532714"/>
                  <a:ext cx="300000" cy="360000"/>
                  <a:chOff x="9214377" y="4613619"/>
                  <a:chExt cx="955698" cy="1013184"/>
                </a:xfrm>
                <a:grpFill/>
              </p:grpSpPr>
              <p:cxnSp>
                <p:nvCxnSpPr>
                  <p:cNvPr id="1400" name="コネクタ: カギ線 1399">
                    <a:extLst>
                      <a:ext uri="{FF2B5EF4-FFF2-40B4-BE49-F238E27FC236}">
                        <a16:creationId xmlns:a16="http://schemas.microsoft.com/office/drawing/2014/main" id="{8F3D572D-CFCF-33EB-F842-509B57A49E7E}"/>
                      </a:ext>
                    </a:extLst>
                  </p:cNvPr>
                  <p:cNvCxnSpPr>
                    <a:cxnSpLocks/>
                  </p:cNvCxnSpPr>
                  <p:nvPr/>
                </p:nvCxnSpPr>
                <p:spPr>
                  <a:xfrm rot="5400000" flipH="1" flipV="1">
                    <a:off x="9230635" y="4687363"/>
                    <a:ext cx="923182" cy="865697"/>
                  </a:xfrm>
                  <a:prstGeom prst="bentConnector3">
                    <a:avLst>
                      <a:gd name="adj1" fmla="val -97542"/>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1401" name="楕円 1400">
                    <a:extLst>
                      <a:ext uri="{FF2B5EF4-FFF2-40B4-BE49-F238E27FC236}">
                        <a16:creationId xmlns:a16="http://schemas.microsoft.com/office/drawing/2014/main" id="{1D40CAB4-EAEE-26C5-A5AC-9BFC09839CA0}"/>
                      </a:ext>
                    </a:extLst>
                  </p:cNvPr>
                  <p:cNvSpPr/>
                  <p:nvPr/>
                </p:nvSpPr>
                <p:spPr>
                  <a:xfrm>
                    <a:off x="9214377" y="553680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02" name="楕円 1401">
                    <a:extLst>
                      <a:ext uri="{FF2B5EF4-FFF2-40B4-BE49-F238E27FC236}">
                        <a16:creationId xmlns:a16="http://schemas.microsoft.com/office/drawing/2014/main" id="{933B5761-78FB-0016-F376-349F83563787}"/>
                      </a:ext>
                    </a:extLst>
                  </p:cNvPr>
                  <p:cNvSpPr/>
                  <p:nvPr/>
                </p:nvSpPr>
                <p:spPr>
                  <a:xfrm>
                    <a:off x="10080075" y="4613619"/>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388" name="グループ化 1387">
                  <a:extLst>
                    <a:ext uri="{FF2B5EF4-FFF2-40B4-BE49-F238E27FC236}">
                      <a16:creationId xmlns:a16="http://schemas.microsoft.com/office/drawing/2014/main" id="{9F59E49E-DB55-69D5-79B7-7A5CE478F372}"/>
                    </a:ext>
                  </a:extLst>
                </p:cNvPr>
                <p:cNvGrpSpPr>
                  <a:grpSpLocks noChangeAspect="1"/>
                </p:cNvGrpSpPr>
                <p:nvPr/>
              </p:nvGrpSpPr>
              <p:grpSpPr>
                <a:xfrm rot="10800000">
                  <a:off x="8639936" y="4332995"/>
                  <a:ext cx="360000" cy="900000"/>
                  <a:chOff x="10974050" y="4410803"/>
                  <a:chExt cx="723411" cy="1726260"/>
                </a:xfrm>
                <a:grpFill/>
              </p:grpSpPr>
              <p:cxnSp>
                <p:nvCxnSpPr>
                  <p:cNvPr id="1397" name="コネクタ: カギ線 1396">
                    <a:extLst>
                      <a:ext uri="{FF2B5EF4-FFF2-40B4-BE49-F238E27FC236}">
                        <a16:creationId xmlns:a16="http://schemas.microsoft.com/office/drawing/2014/main" id="{93E5A8E8-AA7A-5C38-A2E1-7ADC581CFB61}"/>
                      </a:ext>
                    </a:extLst>
                  </p:cNvPr>
                  <p:cNvCxnSpPr>
                    <a:cxnSpLocks/>
                  </p:cNvCxnSpPr>
                  <p:nvPr/>
                </p:nvCxnSpPr>
                <p:spPr>
                  <a:xfrm rot="16200000" flipH="1">
                    <a:off x="10516848" y="4958007"/>
                    <a:ext cx="1637815" cy="633410"/>
                  </a:xfrm>
                  <a:prstGeom prst="bentConnector3">
                    <a:avLst>
                      <a:gd name="adj1" fmla="val 50000"/>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1398" name="楕円 1397">
                    <a:extLst>
                      <a:ext uri="{FF2B5EF4-FFF2-40B4-BE49-F238E27FC236}">
                        <a16:creationId xmlns:a16="http://schemas.microsoft.com/office/drawing/2014/main" id="{13327BC7-1BEF-F0F6-03A1-86737B9E9BEF}"/>
                      </a:ext>
                    </a:extLst>
                  </p:cNvPr>
                  <p:cNvSpPr/>
                  <p:nvPr/>
                </p:nvSpPr>
                <p:spPr>
                  <a:xfrm>
                    <a:off x="10974050" y="441080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99" name="楕円 1398">
                    <a:extLst>
                      <a:ext uri="{FF2B5EF4-FFF2-40B4-BE49-F238E27FC236}">
                        <a16:creationId xmlns:a16="http://schemas.microsoft.com/office/drawing/2014/main" id="{851F3FF3-F988-4094-8E68-B364D4F669D8}"/>
                      </a:ext>
                    </a:extLst>
                  </p:cNvPr>
                  <p:cNvSpPr/>
                  <p:nvPr/>
                </p:nvSpPr>
                <p:spPr>
                  <a:xfrm>
                    <a:off x="11607461" y="604706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389" name="グループ化 1388">
                  <a:extLst>
                    <a:ext uri="{FF2B5EF4-FFF2-40B4-BE49-F238E27FC236}">
                      <a16:creationId xmlns:a16="http://schemas.microsoft.com/office/drawing/2014/main" id="{841CF836-9CB2-8B23-C3BB-902083EAB18C}"/>
                    </a:ext>
                  </a:extLst>
                </p:cNvPr>
                <p:cNvGrpSpPr>
                  <a:grpSpLocks noChangeAspect="1"/>
                </p:cNvGrpSpPr>
                <p:nvPr/>
              </p:nvGrpSpPr>
              <p:grpSpPr>
                <a:xfrm rot="5400000">
                  <a:off x="9227019" y="3465021"/>
                  <a:ext cx="72000" cy="1080000"/>
                  <a:chOff x="8774478" y="2962651"/>
                  <a:chExt cx="78776" cy="1124716"/>
                </a:xfrm>
                <a:grpFill/>
              </p:grpSpPr>
              <p:cxnSp>
                <p:nvCxnSpPr>
                  <p:cNvPr id="1394" name="直線コネクタ 1393">
                    <a:extLst>
                      <a:ext uri="{FF2B5EF4-FFF2-40B4-BE49-F238E27FC236}">
                        <a16:creationId xmlns:a16="http://schemas.microsoft.com/office/drawing/2014/main" id="{3E6F0E00-6848-F0D9-0BB2-ADC490491D88}"/>
                      </a:ext>
                    </a:extLst>
                  </p:cNvPr>
                  <p:cNvCxnSpPr>
                    <a:cxnSpLocks/>
                  </p:cNvCxnSpPr>
                  <p:nvPr/>
                </p:nvCxnSpPr>
                <p:spPr>
                  <a:xfrm>
                    <a:off x="8811828" y="2985009"/>
                    <a:ext cx="10852" cy="1080000"/>
                  </a:xfrm>
                  <a:prstGeom prst="line">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1395" name="楕円 1394">
                    <a:extLst>
                      <a:ext uri="{FF2B5EF4-FFF2-40B4-BE49-F238E27FC236}">
                        <a16:creationId xmlns:a16="http://schemas.microsoft.com/office/drawing/2014/main" id="{82448FDD-2420-4964-63BA-13F4C05C3317}"/>
                      </a:ext>
                    </a:extLst>
                  </p:cNvPr>
                  <p:cNvSpPr/>
                  <p:nvPr/>
                </p:nvSpPr>
                <p:spPr>
                  <a:xfrm>
                    <a:off x="8774478" y="2962651"/>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96" name="楕円 1395">
                    <a:extLst>
                      <a:ext uri="{FF2B5EF4-FFF2-40B4-BE49-F238E27FC236}">
                        <a16:creationId xmlns:a16="http://schemas.microsoft.com/office/drawing/2014/main" id="{3F7FD683-BB87-3396-F84A-2F66540FB558}"/>
                      </a:ext>
                    </a:extLst>
                  </p:cNvPr>
                  <p:cNvSpPr/>
                  <p:nvPr/>
                </p:nvSpPr>
                <p:spPr>
                  <a:xfrm>
                    <a:off x="8781254" y="4015367"/>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390" name="グループ化 1389">
                  <a:extLst>
                    <a:ext uri="{FF2B5EF4-FFF2-40B4-BE49-F238E27FC236}">
                      <a16:creationId xmlns:a16="http://schemas.microsoft.com/office/drawing/2014/main" id="{60DD65D3-A275-3A6B-6169-382A959BF84B}"/>
                    </a:ext>
                  </a:extLst>
                </p:cNvPr>
                <p:cNvGrpSpPr>
                  <a:grpSpLocks noChangeAspect="1"/>
                </p:cNvGrpSpPr>
                <p:nvPr/>
              </p:nvGrpSpPr>
              <p:grpSpPr>
                <a:xfrm rot="5400000">
                  <a:off x="9227019" y="3622765"/>
                  <a:ext cx="72000" cy="1080000"/>
                  <a:chOff x="8774478" y="2962651"/>
                  <a:chExt cx="78776" cy="1124716"/>
                </a:xfrm>
                <a:grpFill/>
              </p:grpSpPr>
              <p:cxnSp>
                <p:nvCxnSpPr>
                  <p:cNvPr id="1391" name="直線コネクタ 1390">
                    <a:extLst>
                      <a:ext uri="{FF2B5EF4-FFF2-40B4-BE49-F238E27FC236}">
                        <a16:creationId xmlns:a16="http://schemas.microsoft.com/office/drawing/2014/main" id="{1D091C96-A9FA-D91D-0288-916E96ADB4F0}"/>
                      </a:ext>
                    </a:extLst>
                  </p:cNvPr>
                  <p:cNvCxnSpPr>
                    <a:cxnSpLocks/>
                  </p:cNvCxnSpPr>
                  <p:nvPr/>
                </p:nvCxnSpPr>
                <p:spPr>
                  <a:xfrm>
                    <a:off x="8811828" y="2985009"/>
                    <a:ext cx="10852" cy="1080000"/>
                  </a:xfrm>
                  <a:prstGeom prst="line">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1392" name="楕円 1391">
                    <a:extLst>
                      <a:ext uri="{FF2B5EF4-FFF2-40B4-BE49-F238E27FC236}">
                        <a16:creationId xmlns:a16="http://schemas.microsoft.com/office/drawing/2014/main" id="{E38D45C0-2185-0E32-F405-0E2649C0F6F2}"/>
                      </a:ext>
                    </a:extLst>
                  </p:cNvPr>
                  <p:cNvSpPr/>
                  <p:nvPr/>
                </p:nvSpPr>
                <p:spPr>
                  <a:xfrm>
                    <a:off x="8774478" y="2962651"/>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93" name="楕円 1392">
                    <a:extLst>
                      <a:ext uri="{FF2B5EF4-FFF2-40B4-BE49-F238E27FC236}">
                        <a16:creationId xmlns:a16="http://schemas.microsoft.com/office/drawing/2014/main" id="{318C8B04-D373-1CEA-4551-ACEF08DB7F4E}"/>
                      </a:ext>
                    </a:extLst>
                  </p:cNvPr>
                  <p:cNvSpPr/>
                  <p:nvPr/>
                </p:nvSpPr>
                <p:spPr>
                  <a:xfrm>
                    <a:off x="8781254" y="4015367"/>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grpSp>
          <p:nvGrpSpPr>
            <p:cNvPr id="1199" name="グループ化 1198">
              <a:extLst>
                <a:ext uri="{FF2B5EF4-FFF2-40B4-BE49-F238E27FC236}">
                  <a16:creationId xmlns:a16="http://schemas.microsoft.com/office/drawing/2014/main" id="{DC26403F-E989-E450-7157-EF201C97F41E}"/>
                </a:ext>
              </a:extLst>
            </p:cNvPr>
            <p:cNvGrpSpPr/>
            <p:nvPr/>
          </p:nvGrpSpPr>
          <p:grpSpPr>
            <a:xfrm>
              <a:off x="6117989" y="5058000"/>
              <a:ext cx="1551724" cy="1800000"/>
              <a:chOff x="6110808" y="5058000"/>
              <a:chExt cx="1551724" cy="1800000"/>
            </a:xfrm>
            <a:grpFill/>
          </p:grpSpPr>
          <p:sp>
            <p:nvSpPr>
              <p:cNvPr id="1357" name="六角形 1356">
                <a:extLst>
                  <a:ext uri="{FF2B5EF4-FFF2-40B4-BE49-F238E27FC236}">
                    <a16:creationId xmlns:a16="http://schemas.microsoft.com/office/drawing/2014/main" id="{F7891053-2B9D-BDC5-0F7A-6787FC901BDC}"/>
                  </a:ext>
                </a:extLst>
              </p:cNvPr>
              <p:cNvSpPr>
                <a:spLocks noChangeAspect="1"/>
              </p:cNvSpPr>
              <p:nvPr/>
            </p:nvSpPr>
            <p:spPr>
              <a:xfrm rot="5400000">
                <a:off x="5986670" y="5182138"/>
                <a:ext cx="1800000" cy="1551724"/>
              </a:xfrm>
              <a:prstGeom prst="hexagon">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58" name="グループ化 1357">
                <a:extLst>
                  <a:ext uri="{FF2B5EF4-FFF2-40B4-BE49-F238E27FC236}">
                    <a16:creationId xmlns:a16="http://schemas.microsoft.com/office/drawing/2014/main" id="{1D5A97D4-086C-FB8A-81C8-E4ACCFCBBD75}"/>
                  </a:ext>
                </a:extLst>
              </p:cNvPr>
              <p:cNvGrpSpPr/>
              <p:nvPr/>
            </p:nvGrpSpPr>
            <p:grpSpPr>
              <a:xfrm rot="16200000">
                <a:off x="6290807" y="5394307"/>
                <a:ext cx="1249190" cy="1263974"/>
                <a:chOff x="6290807" y="5394307"/>
                <a:chExt cx="1249190" cy="1263974"/>
              </a:xfrm>
              <a:grpFill/>
            </p:grpSpPr>
            <p:grpSp>
              <p:nvGrpSpPr>
                <p:cNvPr id="1359" name="グループ化 1358">
                  <a:extLst>
                    <a:ext uri="{FF2B5EF4-FFF2-40B4-BE49-F238E27FC236}">
                      <a16:creationId xmlns:a16="http://schemas.microsoft.com/office/drawing/2014/main" id="{FB671506-5599-532D-424B-7EACC3454C47}"/>
                    </a:ext>
                  </a:extLst>
                </p:cNvPr>
                <p:cNvGrpSpPr>
                  <a:grpSpLocks noChangeAspect="1"/>
                </p:cNvGrpSpPr>
                <p:nvPr/>
              </p:nvGrpSpPr>
              <p:grpSpPr>
                <a:xfrm rot="16200000">
                  <a:off x="6729997" y="5688000"/>
                  <a:ext cx="1080000" cy="540000"/>
                  <a:chOff x="10270575" y="5615231"/>
                  <a:chExt cx="1671150" cy="956776"/>
                </a:xfrm>
                <a:grpFill/>
              </p:grpSpPr>
              <p:cxnSp>
                <p:nvCxnSpPr>
                  <p:cNvPr id="1380" name="コネクタ: カギ線 1379">
                    <a:extLst>
                      <a:ext uri="{FF2B5EF4-FFF2-40B4-BE49-F238E27FC236}">
                        <a16:creationId xmlns:a16="http://schemas.microsoft.com/office/drawing/2014/main" id="{8D030C11-8E8B-62F3-329D-97A8DC458D24}"/>
                      </a:ext>
                    </a:extLst>
                  </p:cNvPr>
                  <p:cNvCxnSpPr>
                    <a:cxnSpLocks/>
                  </p:cNvCxnSpPr>
                  <p:nvPr/>
                </p:nvCxnSpPr>
                <p:spPr>
                  <a:xfrm>
                    <a:off x="10315575" y="5660232"/>
                    <a:ext cx="1581150" cy="866775"/>
                  </a:xfrm>
                  <a:prstGeom prst="bentConnector3">
                    <a:avLst>
                      <a:gd name="adj1" fmla="val 54819"/>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1381" name="楕円 1380">
                    <a:extLst>
                      <a:ext uri="{FF2B5EF4-FFF2-40B4-BE49-F238E27FC236}">
                        <a16:creationId xmlns:a16="http://schemas.microsoft.com/office/drawing/2014/main" id="{7ED1C05D-D0D4-8223-8BFD-66738351364C}"/>
                      </a:ext>
                    </a:extLst>
                  </p:cNvPr>
                  <p:cNvSpPr/>
                  <p:nvPr/>
                </p:nvSpPr>
                <p:spPr>
                  <a:xfrm>
                    <a:off x="10270575" y="5615231"/>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82" name="楕円 1381">
                    <a:extLst>
                      <a:ext uri="{FF2B5EF4-FFF2-40B4-BE49-F238E27FC236}">
                        <a16:creationId xmlns:a16="http://schemas.microsoft.com/office/drawing/2014/main" id="{FADD9816-7436-F910-9BFB-8C958C6BAC4E}"/>
                      </a:ext>
                    </a:extLst>
                  </p:cNvPr>
                  <p:cNvSpPr/>
                  <p:nvPr/>
                </p:nvSpPr>
                <p:spPr>
                  <a:xfrm>
                    <a:off x="11851725" y="6482007"/>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360" name="グループ化 1359">
                  <a:extLst>
                    <a:ext uri="{FF2B5EF4-FFF2-40B4-BE49-F238E27FC236}">
                      <a16:creationId xmlns:a16="http://schemas.microsoft.com/office/drawing/2014/main" id="{1871C733-6711-9FF2-292B-46A2129C57AB}"/>
                    </a:ext>
                  </a:extLst>
                </p:cNvPr>
                <p:cNvGrpSpPr>
                  <a:grpSpLocks noChangeAspect="1"/>
                </p:cNvGrpSpPr>
                <p:nvPr/>
              </p:nvGrpSpPr>
              <p:grpSpPr>
                <a:xfrm rot="16200000" flipV="1">
                  <a:off x="6931670" y="5688000"/>
                  <a:ext cx="450000" cy="540000"/>
                  <a:chOff x="9214377" y="4613619"/>
                  <a:chExt cx="955698" cy="1013184"/>
                </a:xfrm>
                <a:grpFill/>
              </p:grpSpPr>
              <p:cxnSp>
                <p:nvCxnSpPr>
                  <p:cNvPr id="1377" name="コネクタ: カギ線 1376">
                    <a:extLst>
                      <a:ext uri="{FF2B5EF4-FFF2-40B4-BE49-F238E27FC236}">
                        <a16:creationId xmlns:a16="http://schemas.microsoft.com/office/drawing/2014/main" id="{B51EEECB-9B26-B5E6-86E2-1F31BF6C37D8}"/>
                      </a:ext>
                    </a:extLst>
                  </p:cNvPr>
                  <p:cNvCxnSpPr>
                    <a:cxnSpLocks/>
                  </p:cNvCxnSpPr>
                  <p:nvPr/>
                </p:nvCxnSpPr>
                <p:spPr>
                  <a:xfrm rot="5400000" flipH="1" flipV="1">
                    <a:off x="9230635" y="4687363"/>
                    <a:ext cx="923182" cy="865697"/>
                  </a:xfrm>
                  <a:prstGeom prst="bentConnector3">
                    <a:avLst>
                      <a:gd name="adj1" fmla="val -97542"/>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1378" name="楕円 1377">
                    <a:extLst>
                      <a:ext uri="{FF2B5EF4-FFF2-40B4-BE49-F238E27FC236}">
                        <a16:creationId xmlns:a16="http://schemas.microsoft.com/office/drawing/2014/main" id="{80EFAB87-3EBF-D4C2-3FF8-D9BEB7A69719}"/>
                      </a:ext>
                    </a:extLst>
                  </p:cNvPr>
                  <p:cNvSpPr/>
                  <p:nvPr/>
                </p:nvSpPr>
                <p:spPr>
                  <a:xfrm>
                    <a:off x="9214377" y="553680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79" name="楕円 1378">
                    <a:extLst>
                      <a:ext uri="{FF2B5EF4-FFF2-40B4-BE49-F238E27FC236}">
                        <a16:creationId xmlns:a16="http://schemas.microsoft.com/office/drawing/2014/main" id="{A503C6FC-4D34-C9AE-A486-C5302CB53387}"/>
                      </a:ext>
                    </a:extLst>
                  </p:cNvPr>
                  <p:cNvSpPr/>
                  <p:nvPr/>
                </p:nvSpPr>
                <p:spPr>
                  <a:xfrm>
                    <a:off x="10080075" y="4613619"/>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361" name="グループ化 1360">
                  <a:extLst>
                    <a:ext uri="{FF2B5EF4-FFF2-40B4-BE49-F238E27FC236}">
                      <a16:creationId xmlns:a16="http://schemas.microsoft.com/office/drawing/2014/main" id="{916947F2-399E-440B-0506-2DF6A0A0185D}"/>
                    </a:ext>
                  </a:extLst>
                </p:cNvPr>
                <p:cNvGrpSpPr>
                  <a:grpSpLocks noChangeAspect="1"/>
                </p:cNvGrpSpPr>
                <p:nvPr/>
              </p:nvGrpSpPr>
              <p:grpSpPr>
                <a:xfrm>
                  <a:off x="6886670" y="5958000"/>
                  <a:ext cx="300000" cy="360000"/>
                  <a:chOff x="9214377" y="4613619"/>
                  <a:chExt cx="955698" cy="1013184"/>
                </a:xfrm>
                <a:grpFill/>
              </p:grpSpPr>
              <p:cxnSp>
                <p:nvCxnSpPr>
                  <p:cNvPr id="1374" name="コネクタ: カギ線 1373">
                    <a:extLst>
                      <a:ext uri="{FF2B5EF4-FFF2-40B4-BE49-F238E27FC236}">
                        <a16:creationId xmlns:a16="http://schemas.microsoft.com/office/drawing/2014/main" id="{4710E022-2B75-9836-08CB-30ABD453DA4A}"/>
                      </a:ext>
                    </a:extLst>
                  </p:cNvPr>
                  <p:cNvCxnSpPr>
                    <a:cxnSpLocks/>
                  </p:cNvCxnSpPr>
                  <p:nvPr/>
                </p:nvCxnSpPr>
                <p:spPr>
                  <a:xfrm rot="5400000" flipH="1" flipV="1">
                    <a:off x="9230635" y="4687363"/>
                    <a:ext cx="923182" cy="865697"/>
                  </a:xfrm>
                  <a:prstGeom prst="bentConnector3">
                    <a:avLst>
                      <a:gd name="adj1" fmla="val -97542"/>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1375" name="楕円 1374">
                    <a:extLst>
                      <a:ext uri="{FF2B5EF4-FFF2-40B4-BE49-F238E27FC236}">
                        <a16:creationId xmlns:a16="http://schemas.microsoft.com/office/drawing/2014/main" id="{8FF30B3F-5670-FE68-D916-FC2400DC9A05}"/>
                      </a:ext>
                    </a:extLst>
                  </p:cNvPr>
                  <p:cNvSpPr/>
                  <p:nvPr/>
                </p:nvSpPr>
                <p:spPr>
                  <a:xfrm>
                    <a:off x="9214377" y="553680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76" name="楕円 1375">
                    <a:extLst>
                      <a:ext uri="{FF2B5EF4-FFF2-40B4-BE49-F238E27FC236}">
                        <a16:creationId xmlns:a16="http://schemas.microsoft.com/office/drawing/2014/main" id="{0DE02215-395F-D48F-285A-561F78B41ECA}"/>
                      </a:ext>
                    </a:extLst>
                  </p:cNvPr>
                  <p:cNvSpPr/>
                  <p:nvPr/>
                </p:nvSpPr>
                <p:spPr>
                  <a:xfrm>
                    <a:off x="10080075" y="4613619"/>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362" name="グループ化 1361">
                  <a:extLst>
                    <a:ext uri="{FF2B5EF4-FFF2-40B4-BE49-F238E27FC236}">
                      <a16:creationId xmlns:a16="http://schemas.microsoft.com/office/drawing/2014/main" id="{E03AC6C4-E1A1-8452-6E13-07A749EE84EF}"/>
                    </a:ext>
                  </a:extLst>
                </p:cNvPr>
                <p:cNvGrpSpPr>
                  <a:grpSpLocks noChangeAspect="1"/>
                </p:cNvGrpSpPr>
                <p:nvPr/>
              </p:nvGrpSpPr>
              <p:grpSpPr>
                <a:xfrm rot="10800000">
                  <a:off x="6290807" y="5758281"/>
                  <a:ext cx="360000" cy="900000"/>
                  <a:chOff x="10974050" y="4410803"/>
                  <a:chExt cx="723411" cy="1726260"/>
                </a:xfrm>
                <a:grpFill/>
              </p:grpSpPr>
              <p:cxnSp>
                <p:nvCxnSpPr>
                  <p:cNvPr id="1371" name="コネクタ: カギ線 1370">
                    <a:extLst>
                      <a:ext uri="{FF2B5EF4-FFF2-40B4-BE49-F238E27FC236}">
                        <a16:creationId xmlns:a16="http://schemas.microsoft.com/office/drawing/2014/main" id="{272E57CE-9E2F-F1E6-16E9-4ECDC6B6C392}"/>
                      </a:ext>
                    </a:extLst>
                  </p:cNvPr>
                  <p:cNvCxnSpPr>
                    <a:cxnSpLocks/>
                  </p:cNvCxnSpPr>
                  <p:nvPr/>
                </p:nvCxnSpPr>
                <p:spPr>
                  <a:xfrm rot="16200000" flipH="1">
                    <a:off x="10516848" y="4958007"/>
                    <a:ext cx="1637815" cy="633410"/>
                  </a:xfrm>
                  <a:prstGeom prst="bentConnector3">
                    <a:avLst>
                      <a:gd name="adj1" fmla="val 50000"/>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1372" name="楕円 1371">
                    <a:extLst>
                      <a:ext uri="{FF2B5EF4-FFF2-40B4-BE49-F238E27FC236}">
                        <a16:creationId xmlns:a16="http://schemas.microsoft.com/office/drawing/2014/main" id="{9662D8DD-9E50-A10E-B3C7-AADC10249C63}"/>
                      </a:ext>
                    </a:extLst>
                  </p:cNvPr>
                  <p:cNvSpPr/>
                  <p:nvPr/>
                </p:nvSpPr>
                <p:spPr>
                  <a:xfrm>
                    <a:off x="10974050" y="441080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73" name="楕円 1372">
                    <a:extLst>
                      <a:ext uri="{FF2B5EF4-FFF2-40B4-BE49-F238E27FC236}">
                        <a16:creationId xmlns:a16="http://schemas.microsoft.com/office/drawing/2014/main" id="{A76DAB1F-9D9C-D303-4D70-7E58C01C3DB8}"/>
                      </a:ext>
                    </a:extLst>
                  </p:cNvPr>
                  <p:cNvSpPr/>
                  <p:nvPr/>
                </p:nvSpPr>
                <p:spPr>
                  <a:xfrm>
                    <a:off x="11607461" y="604706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363" name="グループ化 1362">
                  <a:extLst>
                    <a:ext uri="{FF2B5EF4-FFF2-40B4-BE49-F238E27FC236}">
                      <a16:creationId xmlns:a16="http://schemas.microsoft.com/office/drawing/2014/main" id="{897F05C7-C661-A931-DCC6-100153FA31AA}"/>
                    </a:ext>
                  </a:extLst>
                </p:cNvPr>
                <p:cNvGrpSpPr>
                  <a:grpSpLocks noChangeAspect="1"/>
                </p:cNvGrpSpPr>
                <p:nvPr/>
              </p:nvGrpSpPr>
              <p:grpSpPr>
                <a:xfrm rot="5400000">
                  <a:off x="6877890" y="4890307"/>
                  <a:ext cx="72000" cy="1080000"/>
                  <a:chOff x="8774478" y="2962651"/>
                  <a:chExt cx="78776" cy="1124716"/>
                </a:xfrm>
                <a:grpFill/>
              </p:grpSpPr>
              <p:cxnSp>
                <p:nvCxnSpPr>
                  <p:cNvPr id="1368" name="直線コネクタ 1367">
                    <a:extLst>
                      <a:ext uri="{FF2B5EF4-FFF2-40B4-BE49-F238E27FC236}">
                        <a16:creationId xmlns:a16="http://schemas.microsoft.com/office/drawing/2014/main" id="{8C9BFC52-1617-54E9-63E9-E4833C96B0FA}"/>
                      </a:ext>
                    </a:extLst>
                  </p:cNvPr>
                  <p:cNvCxnSpPr>
                    <a:cxnSpLocks/>
                  </p:cNvCxnSpPr>
                  <p:nvPr/>
                </p:nvCxnSpPr>
                <p:spPr>
                  <a:xfrm>
                    <a:off x="8811828" y="2985009"/>
                    <a:ext cx="10852" cy="1080000"/>
                  </a:xfrm>
                  <a:prstGeom prst="line">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1369" name="楕円 1368">
                    <a:extLst>
                      <a:ext uri="{FF2B5EF4-FFF2-40B4-BE49-F238E27FC236}">
                        <a16:creationId xmlns:a16="http://schemas.microsoft.com/office/drawing/2014/main" id="{E288CC55-2B51-365B-30E5-5A8D2F15D0D8}"/>
                      </a:ext>
                    </a:extLst>
                  </p:cNvPr>
                  <p:cNvSpPr/>
                  <p:nvPr/>
                </p:nvSpPr>
                <p:spPr>
                  <a:xfrm>
                    <a:off x="8774478" y="2962651"/>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70" name="楕円 1369">
                    <a:extLst>
                      <a:ext uri="{FF2B5EF4-FFF2-40B4-BE49-F238E27FC236}">
                        <a16:creationId xmlns:a16="http://schemas.microsoft.com/office/drawing/2014/main" id="{0252A240-FFAA-0DC9-0141-A1E5F559198F}"/>
                      </a:ext>
                    </a:extLst>
                  </p:cNvPr>
                  <p:cNvSpPr/>
                  <p:nvPr/>
                </p:nvSpPr>
                <p:spPr>
                  <a:xfrm>
                    <a:off x="8781254" y="4015367"/>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364" name="グループ化 1363">
                  <a:extLst>
                    <a:ext uri="{FF2B5EF4-FFF2-40B4-BE49-F238E27FC236}">
                      <a16:creationId xmlns:a16="http://schemas.microsoft.com/office/drawing/2014/main" id="{2E48136D-E9AB-B482-885D-4AC76617C40A}"/>
                    </a:ext>
                  </a:extLst>
                </p:cNvPr>
                <p:cNvGrpSpPr>
                  <a:grpSpLocks noChangeAspect="1"/>
                </p:cNvGrpSpPr>
                <p:nvPr/>
              </p:nvGrpSpPr>
              <p:grpSpPr>
                <a:xfrm rot="5400000">
                  <a:off x="6877890" y="5048051"/>
                  <a:ext cx="72000" cy="1080000"/>
                  <a:chOff x="8774478" y="2962651"/>
                  <a:chExt cx="78776" cy="1124716"/>
                </a:xfrm>
                <a:grpFill/>
              </p:grpSpPr>
              <p:cxnSp>
                <p:nvCxnSpPr>
                  <p:cNvPr id="1365" name="直線コネクタ 1364">
                    <a:extLst>
                      <a:ext uri="{FF2B5EF4-FFF2-40B4-BE49-F238E27FC236}">
                        <a16:creationId xmlns:a16="http://schemas.microsoft.com/office/drawing/2014/main" id="{F24CD60A-0CA8-D254-233B-04580DB8BF22}"/>
                      </a:ext>
                    </a:extLst>
                  </p:cNvPr>
                  <p:cNvCxnSpPr>
                    <a:cxnSpLocks/>
                  </p:cNvCxnSpPr>
                  <p:nvPr/>
                </p:nvCxnSpPr>
                <p:spPr>
                  <a:xfrm>
                    <a:off x="8811828" y="2985009"/>
                    <a:ext cx="10852" cy="1080000"/>
                  </a:xfrm>
                  <a:prstGeom prst="line">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1366" name="楕円 1365">
                    <a:extLst>
                      <a:ext uri="{FF2B5EF4-FFF2-40B4-BE49-F238E27FC236}">
                        <a16:creationId xmlns:a16="http://schemas.microsoft.com/office/drawing/2014/main" id="{AA58D5F3-015A-C3D0-92FA-A783CC26D334}"/>
                      </a:ext>
                    </a:extLst>
                  </p:cNvPr>
                  <p:cNvSpPr/>
                  <p:nvPr/>
                </p:nvSpPr>
                <p:spPr>
                  <a:xfrm>
                    <a:off x="8774478" y="2962651"/>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67" name="楕円 1366">
                    <a:extLst>
                      <a:ext uri="{FF2B5EF4-FFF2-40B4-BE49-F238E27FC236}">
                        <a16:creationId xmlns:a16="http://schemas.microsoft.com/office/drawing/2014/main" id="{83FDD1EA-D4D9-4DE0-5455-FAC0FE7C29F8}"/>
                      </a:ext>
                    </a:extLst>
                  </p:cNvPr>
                  <p:cNvSpPr/>
                  <p:nvPr/>
                </p:nvSpPr>
                <p:spPr>
                  <a:xfrm>
                    <a:off x="8781254" y="4015367"/>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grpSp>
          <p:nvGrpSpPr>
            <p:cNvPr id="1200" name="グループ化 1199">
              <a:extLst>
                <a:ext uri="{FF2B5EF4-FFF2-40B4-BE49-F238E27FC236}">
                  <a16:creationId xmlns:a16="http://schemas.microsoft.com/office/drawing/2014/main" id="{ECC46B5E-E9B0-0E07-2423-17FBC7EA19B6}"/>
                </a:ext>
              </a:extLst>
            </p:cNvPr>
            <p:cNvGrpSpPr/>
            <p:nvPr/>
          </p:nvGrpSpPr>
          <p:grpSpPr>
            <a:xfrm rot="5400000">
              <a:off x="7559936" y="5182138"/>
              <a:ext cx="1800000" cy="1551724"/>
              <a:chOff x="8154186" y="2653138"/>
              <a:chExt cx="1800000" cy="1551724"/>
            </a:xfrm>
            <a:grpFill/>
          </p:grpSpPr>
          <p:sp>
            <p:nvSpPr>
              <p:cNvPr id="1332" name="六角形 1331">
                <a:extLst>
                  <a:ext uri="{FF2B5EF4-FFF2-40B4-BE49-F238E27FC236}">
                    <a16:creationId xmlns:a16="http://schemas.microsoft.com/office/drawing/2014/main" id="{9E1E8225-E310-8C51-B215-E0F3D7BF3313}"/>
                  </a:ext>
                </a:extLst>
              </p:cNvPr>
              <p:cNvSpPr>
                <a:spLocks noChangeAspect="1"/>
              </p:cNvSpPr>
              <p:nvPr/>
            </p:nvSpPr>
            <p:spPr>
              <a:xfrm>
                <a:off x="8154186" y="2653138"/>
                <a:ext cx="1800000" cy="1551724"/>
              </a:xfrm>
              <a:prstGeom prst="hexagon">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33" name="グループ化 1332">
                <a:extLst>
                  <a:ext uri="{FF2B5EF4-FFF2-40B4-BE49-F238E27FC236}">
                    <a16:creationId xmlns:a16="http://schemas.microsoft.com/office/drawing/2014/main" id="{2D44C6FC-C854-A7A2-A2C4-957AF05D62D4}"/>
                  </a:ext>
                </a:extLst>
              </p:cNvPr>
              <p:cNvGrpSpPr>
                <a:grpSpLocks noChangeAspect="1"/>
              </p:cNvGrpSpPr>
              <p:nvPr/>
            </p:nvGrpSpPr>
            <p:grpSpPr>
              <a:xfrm rot="10800000">
                <a:off x="8514186" y="2775673"/>
                <a:ext cx="1080000" cy="540000"/>
                <a:chOff x="10270575" y="5615231"/>
                <a:chExt cx="1671150" cy="956776"/>
              </a:xfrm>
              <a:grpFill/>
            </p:grpSpPr>
            <p:cxnSp>
              <p:nvCxnSpPr>
                <p:cNvPr id="1354" name="コネクタ: カギ線 1353">
                  <a:extLst>
                    <a:ext uri="{FF2B5EF4-FFF2-40B4-BE49-F238E27FC236}">
                      <a16:creationId xmlns:a16="http://schemas.microsoft.com/office/drawing/2014/main" id="{AD852D70-9DDC-258F-F950-8F2D6C34BF14}"/>
                    </a:ext>
                  </a:extLst>
                </p:cNvPr>
                <p:cNvCxnSpPr>
                  <a:cxnSpLocks/>
                </p:cNvCxnSpPr>
                <p:nvPr/>
              </p:nvCxnSpPr>
              <p:spPr>
                <a:xfrm>
                  <a:off x="10315575" y="5660232"/>
                  <a:ext cx="1581150" cy="866775"/>
                </a:xfrm>
                <a:prstGeom prst="bentConnector3">
                  <a:avLst>
                    <a:gd name="adj1" fmla="val 54819"/>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1355" name="楕円 1354">
                  <a:extLst>
                    <a:ext uri="{FF2B5EF4-FFF2-40B4-BE49-F238E27FC236}">
                      <a16:creationId xmlns:a16="http://schemas.microsoft.com/office/drawing/2014/main" id="{57E9A7C6-4E1C-91E3-CA08-D94161E64645}"/>
                    </a:ext>
                  </a:extLst>
                </p:cNvPr>
                <p:cNvSpPr/>
                <p:nvPr/>
              </p:nvSpPr>
              <p:spPr>
                <a:xfrm>
                  <a:off x="10270575" y="5615231"/>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56" name="楕円 1355">
                  <a:extLst>
                    <a:ext uri="{FF2B5EF4-FFF2-40B4-BE49-F238E27FC236}">
                      <a16:creationId xmlns:a16="http://schemas.microsoft.com/office/drawing/2014/main" id="{2EEE5554-66C9-A5F2-E6EE-A5591A2B8E19}"/>
                    </a:ext>
                  </a:extLst>
                </p:cNvPr>
                <p:cNvSpPr/>
                <p:nvPr/>
              </p:nvSpPr>
              <p:spPr>
                <a:xfrm>
                  <a:off x="11851725" y="6482007"/>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334" name="グループ化 1333">
                <a:extLst>
                  <a:ext uri="{FF2B5EF4-FFF2-40B4-BE49-F238E27FC236}">
                    <a16:creationId xmlns:a16="http://schemas.microsoft.com/office/drawing/2014/main" id="{F5C11854-C210-7005-9B71-67EC2A6B4978}"/>
                  </a:ext>
                </a:extLst>
              </p:cNvPr>
              <p:cNvGrpSpPr>
                <a:grpSpLocks noChangeAspect="1"/>
              </p:cNvGrpSpPr>
              <p:nvPr/>
            </p:nvGrpSpPr>
            <p:grpSpPr>
              <a:xfrm rot="10800000" flipV="1">
                <a:off x="8829186" y="2889000"/>
                <a:ext cx="450000" cy="540000"/>
                <a:chOff x="9214377" y="4613619"/>
                <a:chExt cx="955698" cy="1013184"/>
              </a:xfrm>
              <a:grpFill/>
            </p:grpSpPr>
            <p:cxnSp>
              <p:nvCxnSpPr>
                <p:cNvPr id="1351" name="コネクタ: カギ線 1350">
                  <a:extLst>
                    <a:ext uri="{FF2B5EF4-FFF2-40B4-BE49-F238E27FC236}">
                      <a16:creationId xmlns:a16="http://schemas.microsoft.com/office/drawing/2014/main" id="{1FAC71AE-C6AF-C631-D7E5-67773E1D0F33}"/>
                    </a:ext>
                  </a:extLst>
                </p:cNvPr>
                <p:cNvCxnSpPr>
                  <a:cxnSpLocks/>
                </p:cNvCxnSpPr>
                <p:nvPr/>
              </p:nvCxnSpPr>
              <p:spPr>
                <a:xfrm rot="5400000" flipH="1" flipV="1">
                  <a:off x="9230635" y="4687363"/>
                  <a:ext cx="923182" cy="865697"/>
                </a:xfrm>
                <a:prstGeom prst="bentConnector3">
                  <a:avLst>
                    <a:gd name="adj1" fmla="val -97542"/>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1352" name="楕円 1351">
                  <a:extLst>
                    <a:ext uri="{FF2B5EF4-FFF2-40B4-BE49-F238E27FC236}">
                      <a16:creationId xmlns:a16="http://schemas.microsoft.com/office/drawing/2014/main" id="{C7AD5002-99BC-6F5F-5380-C3849E29D32A}"/>
                    </a:ext>
                  </a:extLst>
                </p:cNvPr>
                <p:cNvSpPr/>
                <p:nvPr/>
              </p:nvSpPr>
              <p:spPr>
                <a:xfrm>
                  <a:off x="9214377" y="553680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53" name="楕円 1352">
                  <a:extLst>
                    <a:ext uri="{FF2B5EF4-FFF2-40B4-BE49-F238E27FC236}">
                      <a16:creationId xmlns:a16="http://schemas.microsoft.com/office/drawing/2014/main" id="{2C813698-FFF1-BBC3-EE07-1603061C6BE0}"/>
                    </a:ext>
                  </a:extLst>
                </p:cNvPr>
                <p:cNvSpPr/>
                <p:nvPr/>
              </p:nvSpPr>
              <p:spPr>
                <a:xfrm>
                  <a:off x="10080075" y="4613619"/>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335" name="グループ化 1334">
                <a:extLst>
                  <a:ext uri="{FF2B5EF4-FFF2-40B4-BE49-F238E27FC236}">
                    <a16:creationId xmlns:a16="http://schemas.microsoft.com/office/drawing/2014/main" id="{5CFAC666-C853-C2D7-44DF-2F7E66E4EA5A}"/>
                  </a:ext>
                </a:extLst>
              </p:cNvPr>
              <p:cNvGrpSpPr>
                <a:grpSpLocks noChangeAspect="1"/>
              </p:cNvGrpSpPr>
              <p:nvPr/>
            </p:nvGrpSpPr>
            <p:grpSpPr>
              <a:xfrm rot="16200000">
                <a:off x="9084186" y="3099000"/>
                <a:ext cx="300000" cy="360000"/>
                <a:chOff x="9214377" y="4613619"/>
                <a:chExt cx="955698" cy="1013184"/>
              </a:xfrm>
              <a:grpFill/>
            </p:grpSpPr>
            <p:cxnSp>
              <p:nvCxnSpPr>
                <p:cNvPr id="1348" name="コネクタ: カギ線 1347">
                  <a:extLst>
                    <a:ext uri="{FF2B5EF4-FFF2-40B4-BE49-F238E27FC236}">
                      <a16:creationId xmlns:a16="http://schemas.microsoft.com/office/drawing/2014/main" id="{3525E56A-C61B-5C98-B078-C574A424B16D}"/>
                    </a:ext>
                  </a:extLst>
                </p:cNvPr>
                <p:cNvCxnSpPr>
                  <a:cxnSpLocks/>
                </p:cNvCxnSpPr>
                <p:nvPr/>
              </p:nvCxnSpPr>
              <p:spPr>
                <a:xfrm rot="5400000" flipH="1" flipV="1">
                  <a:off x="9230635" y="4687363"/>
                  <a:ext cx="923182" cy="865697"/>
                </a:xfrm>
                <a:prstGeom prst="bentConnector3">
                  <a:avLst>
                    <a:gd name="adj1" fmla="val -97542"/>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1349" name="楕円 1348">
                  <a:extLst>
                    <a:ext uri="{FF2B5EF4-FFF2-40B4-BE49-F238E27FC236}">
                      <a16:creationId xmlns:a16="http://schemas.microsoft.com/office/drawing/2014/main" id="{9CD37425-EEB9-39A7-C24E-08C7208C6C17}"/>
                    </a:ext>
                  </a:extLst>
                </p:cNvPr>
                <p:cNvSpPr/>
                <p:nvPr/>
              </p:nvSpPr>
              <p:spPr>
                <a:xfrm>
                  <a:off x="9214377" y="553680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50" name="楕円 1349">
                  <a:extLst>
                    <a:ext uri="{FF2B5EF4-FFF2-40B4-BE49-F238E27FC236}">
                      <a16:creationId xmlns:a16="http://schemas.microsoft.com/office/drawing/2014/main" id="{7DB169A0-F514-3DC2-46AF-2C6AB484866C}"/>
                    </a:ext>
                  </a:extLst>
                </p:cNvPr>
                <p:cNvSpPr/>
                <p:nvPr/>
              </p:nvSpPr>
              <p:spPr>
                <a:xfrm>
                  <a:off x="10080075" y="4613619"/>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336" name="グループ化 1335">
                <a:extLst>
                  <a:ext uri="{FF2B5EF4-FFF2-40B4-BE49-F238E27FC236}">
                    <a16:creationId xmlns:a16="http://schemas.microsoft.com/office/drawing/2014/main" id="{16D208E1-E6F3-9D3B-BB21-C37AD9B3B0C3}"/>
                  </a:ext>
                </a:extLst>
              </p:cNvPr>
              <p:cNvGrpSpPr>
                <a:grpSpLocks noChangeAspect="1"/>
              </p:cNvGrpSpPr>
              <p:nvPr/>
            </p:nvGrpSpPr>
            <p:grpSpPr>
              <a:xfrm rot="5400000">
                <a:off x="9124467" y="3394863"/>
                <a:ext cx="360000" cy="900000"/>
                <a:chOff x="10974050" y="4410803"/>
                <a:chExt cx="723411" cy="1726260"/>
              </a:xfrm>
              <a:grpFill/>
            </p:grpSpPr>
            <p:cxnSp>
              <p:nvCxnSpPr>
                <p:cNvPr id="1345" name="コネクタ: カギ線 1344">
                  <a:extLst>
                    <a:ext uri="{FF2B5EF4-FFF2-40B4-BE49-F238E27FC236}">
                      <a16:creationId xmlns:a16="http://schemas.microsoft.com/office/drawing/2014/main" id="{9F3BFF2A-BE60-6EA2-A125-A3E8A59F88FC}"/>
                    </a:ext>
                  </a:extLst>
                </p:cNvPr>
                <p:cNvCxnSpPr>
                  <a:cxnSpLocks/>
                </p:cNvCxnSpPr>
                <p:nvPr/>
              </p:nvCxnSpPr>
              <p:spPr>
                <a:xfrm rot="16200000" flipH="1">
                  <a:off x="10516848" y="4958007"/>
                  <a:ext cx="1637815" cy="633410"/>
                </a:xfrm>
                <a:prstGeom prst="bentConnector3">
                  <a:avLst>
                    <a:gd name="adj1" fmla="val 50000"/>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1346" name="楕円 1345">
                  <a:extLst>
                    <a:ext uri="{FF2B5EF4-FFF2-40B4-BE49-F238E27FC236}">
                      <a16:creationId xmlns:a16="http://schemas.microsoft.com/office/drawing/2014/main" id="{5F746006-2295-755F-454A-47B77242CCD1}"/>
                    </a:ext>
                  </a:extLst>
                </p:cNvPr>
                <p:cNvSpPr/>
                <p:nvPr/>
              </p:nvSpPr>
              <p:spPr>
                <a:xfrm>
                  <a:off x="10974050" y="441080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47" name="楕円 1346">
                  <a:extLst>
                    <a:ext uri="{FF2B5EF4-FFF2-40B4-BE49-F238E27FC236}">
                      <a16:creationId xmlns:a16="http://schemas.microsoft.com/office/drawing/2014/main" id="{9D20DE20-47F7-C691-6009-EC567981FD73}"/>
                    </a:ext>
                  </a:extLst>
                </p:cNvPr>
                <p:cNvSpPr/>
                <p:nvPr/>
              </p:nvSpPr>
              <p:spPr>
                <a:xfrm>
                  <a:off x="11607461" y="604706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337" name="グループ化 1336">
                <a:extLst>
                  <a:ext uri="{FF2B5EF4-FFF2-40B4-BE49-F238E27FC236}">
                    <a16:creationId xmlns:a16="http://schemas.microsoft.com/office/drawing/2014/main" id="{28AAEF30-3CC6-26FE-4248-6AACBD8BA45F}"/>
                  </a:ext>
                </a:extLst>
              </p:cNvPr>
              <p:cNvGrpSpPr>
                <a:grpSpLocks noChangeAspect="1"/>
              </p:cNvGrpSpPr>
              <p:nvPr/>
            </p:nvGrpSpPr>
            <p:grpSpPr>
              <a:xfrm>
                <a:off x="8490493" y="2861780"/>
                <a:ext cx="72000" cy="1080000"/>
                <a:chOff x="8774478" y="2962651"/>
                <a:chExt cx="78776" cy="1124716"/>
              </a:xfrm>
              <a:grpFill/>
            </p:grpSpPr>
            <p:cxnSp>
              <p:nvCxnSpPr>
                <p:cNvPr id="1342" name="直線コネクタ 1341">
                  <a:extLst>
                    <a:ext uri="{FF2B5EF4-FFF2-40B4-BE49-F238E27FC236}">
                      <a16:creationId xmlns:a16="http://schemas.microsoft.com/office/drawing/2014/main" id="{29807269-94E8-0B11-F455-4FD6E98021AC}"/>
                    </a:ext>
                  </a:extLst>
                </p:cNvPr>
                <p:cNvCxnSpPr>
                  <a:cxnSpLocks/>
                </p:cNvCxnSpPr>
                <p:nvPr/>
              </p:nvCxnSpPr>
              <p:spPr>
                <a:xfrm>
                  <a:off x="8811828" y="2985009"/>
                  <a:ext cx="10852" cy="1080000"/>
                </a:xfrm>
                <a:prstGeom prst="line">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1343" name="楕円 1342">
                  <a:extLst>
                    <a:ext uri="{FF2B5EF4-FFF2-40B4-BE49-F238E27FC236}">
                      <a16:creationId xmlns:a16="http://schemas.microsoft.com/office/drawing/2014/main" id="{01246760-3C22-A3D5-13C3-F8D0C5E2F4C0}"/>
                    </a:ext>
                  </a:extLst>
                </p:cNvPr>
                <p:cNvSpPr/>
                <p:nvPr/>
              </p:nvSpPr>
              <p:spPr>
                <a:xfrm>
                  <a:off x="8774478" y="2962651"/>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44" name="楕円 1343">
                  <a:extLst>
                    <a:ext uri="{FF2B5EF4-FFF2-40B4-BE49-F238E27FC236}">
                      <a16:creationId xmlns:a16="http://schemas.microsoft.com/office/drawing/2014/main" id="{10091F0B-4DE1-2B27-FF39-5235F228091F}"/>
                    </a:ext>
                  </a:extLst>
                </p:cNvPr>
                <p:cNvSpPr/>
                <p:nvPr/>
              </p:nvSpPr>
              <p:spPr>
                <a:xfrm>
                  <a:off x="8781254" y="4015367"/>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338" name="グループ化 1337">
                <a:extLst>
                  <a:ext uri="{FF2B5EF4-FFF2-40B4-BE49-F238E27FC236}">
                    <a16:creationId xmlns:a16="http://schemas.microsoft.com/office/drawing/2014/main" id="{1A0D983F-4268-4EC9-6D66-F2DC9488CE27}"/>
                  </a:ext>
                </a:extLst>
              </p:cNvPr>
              <p:cNvGrpSpPr>
                <a:grpSpLocks noChangeAspect="1"/>
              </p:cNvGrpSpPr>
              <p:nvPr/>
            </p:nvGrpSpPr>
            <p:grpSpPr>
              <a:xfrm>
                <a:off x="8648237" y="2861780"/>
                <a:ext cx="72000" cy="1080000"/>
                <a:chOff x="8774478" y="2962651"/>
                <a:chExt cx="78776" cy="1124716"/>
              </a:xfrm>
              <a:grpFill/>
            </p:grpSpPr>
            <p:cxnSp>
              <p:nvCxnSpPr>
                <p:cNvPr id="1339" name="直線コネクタ 1338">
                  <a:extLst>
                    <a:ext uri="{FF2B5EF4-FFF2-40B4-BE49-F238E27FC236}">
                      <a16:creationId xmlns:a16="http://schemas.microsoft.com/office/drawing/2014/main" id="{362E5EA9-453E-693D-FB49-6D6B0B9A6AAE}"/>
                    </a:ext>
                  </a:extLst>
                </p:cNvPr>
                <p:cNvCxnSpPr>
                  <a:cxnSpLocks/>
                </p:cNvCxnSpPr>
                <p:nvPr/>
              </p:nvCxnSpPr>
              <p:spPr>
                <a:xfrm>
                  <a:off x="8811828" y="2985009"/>
                  <a:ext cx="10852" cy="1080000"/>
                </a:xfrm>
                <a:prstGeom prst="line">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1340" name="楕円 1339">
                  <a:extLst>
                    <a:ext uri="{FF2B5EF4-FFF2-40B4-BE49-F238E27FC236}">
                      <a16:creationId xmlns:a16="http://schemas.microsoft.com/office/drawing/2014/main" id="{114CEBD5-E046-B813-3436-7D0267846242}"/>
                    </a:ext>
                  </a:extLst>
                </p:cNvPr>
                <p:cNvSpPr/>
                <p:nvPr/>
              </p:nvSpPr>
              <p:spPr>
                <a:xfrm>
                  <a:off x="8774478" y="2962651"/>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41" name="楕円 1340">
                  <a:extLst>
                    <a:ext uri="{FF2B5EF4-FFF2-40B4-BE49-F238E27FC236}">
                      <a16:creationId xmlns:a16="http://schemas.microsoft.com/office/drawing/2014/main" id="{96CAFA8B-70FE-8A31-3571-670EF810CCD2}"/>
                    </a:ext>
                  </a:extLst>
                </p:cNvPr>
                <p:cNvSpPr/>
                <p:nvPr/>
              </p:nvSpPr>
              <p:spPr>
                <a:xfrm>
                  <a:off x="8781254" y="4015367"/>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1201" name="グループ化 1200">
              <a:extLst>
                <a:ext uri="{FF2B5EF4-FFF2-40B4-BE49-F238E27FC236}">
                  <a16:creationId xmlns:a16="http://schemas.microsoft.com/office/drawing/2014/main" id="{BE728D6D-BD7F-D7F0-2314-15CF921A0984}"/>
                </a:ext>
              </a:extLst>
            </p:cNvPr>
            <p:cNvGrpSpPr/>
            <p:nvPr/>
          </p:nvGrpSpPr>
          <p:grpSpPr>
            <a:xfrm rot="5400000">
              <a:off x="7545575" y="2331566"/>
              <a:ext cx="1800000" cy="1551724"/>
              <a:chOff x="8154186" y="2653138"/>
              <a:chExt cx="1800000" cy="1551724"/>
            </a:xfrm>
            <a:grpFill/>
          </p:grpSpPr>
          <p:sp>
            <p:nvSpPr>
              <p:cNvPr id="1307" name="六角形 1306">
                <a:extLst>
                  <a:ext uri="{FF2B5EF4-FFF2-40B4-BE49-F238E27FC236}">
                    <a16:creationId xmlns:a16="http://schemas.microsoft.com/office/drawing/2014/main" id="{E8C2CCDF-2510-A8B0-C02A-750044B17B05}"/>
                  </a:ext>
                </a:extLst>
              </p:cNvPr>
              <p:cNvSpPr>
                <a:spLocks noChangeAspect="1"/>
              </p:cNvSpPr>
              <p:nvPr/>
            </p:nvSpPr>
            <p:spPr>
              <a:xfrm>
                <a:off x="8154186" y="2653138"/>
                <a:ext cx="1800000" cy="1551724"/>
              </a:xfrm>
              <a:prstGeom prst="hexagon">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08" name="グループ化 1307">
                <a:extLst>
                  <a:ext uri="{FF2B5EF4-FFF2-40B4-BE49-F238E27FC236}">
                    <a16:creationId xmlns:a16="http://schemas.microsoft.com/office/drawing/2014/main" id="{DD35A51E-E103-13DA-6A29-BB0771BECC5A}"/>
                  </a:ext>
                </a:extLst>
              </p:cNvPr>
              <p:cNvGrpSpPr>
                <a:grpSpLocks noChangeAspect="1"/>
              </p:cNvGrpSpPr>
              <p:nvPr/>
            </p:nvGrpSpPr>
            <p:grpSpPr>
              <a:xfrm rot="10800000">
                <a:off x="8514186" y="2775673"/>
                <a:ext cx="1080000" cy="540000"/>
                <a:chOff x="10270575" y="5615231"/>
                <a:chExt cx="1671150" cy="956776"/>
              </a:xfrm>
              <a:grpFill/>
            </p:grpSpPr>
            <p:cxnSp>
              <p:nvCxnSpPr>
                <p:cNvPr id="1329" name="コネクタ: カギ線 1328">
                  <a:extLst>
                    <a:ext uri="{FF2B5EF4-FFF2-40B4-BE49-F238E27FC236}">
                      <a16:creationId xmlns:a16="http://schemas.microsoft.com/office/drawing/2014/main" id="{FC681A7B-2E7A-476A-A6F4-8C89639368B8}"/>
                    </a:ext>
                  </a:extLst>
                </p:cNvPr>
                <p:cNvCxnSpPr>
                  <a:cxnSpLocks/>
                </p:cNvCxnSpPr>
                <p:nvPr/>
              </p:nvCxnSpPr>
              <p:spPr>
                <a:xfrm>
                  <a:off x="10315575" y="5660232"/>
                  <a:ext cx="1581150" cy="866775"/>
                </a:xfrm>
                <a:prstGeom prst="bentConnector3">
                  <a:avLst>
                    <a:gd name="adj1" fmla="val 54819"/>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1330" name="楕円 1329">
                  <a:extLst>
                    <a:ext uri="{FF2B5EF4-FFF2-40B4-BE49-F238E27FC236}">
                      <a16:creationId xmlns:a16="http://schemas.microsoft.com/office/drawing/2014/main" id="{DF4FBD03-F469-4864-965F-C2A8DD018A92}"/>
                    </a:ext>
                  </a:extLst>
                </p:cNvPr>
                <p:cNvSpPr/>
                <p:nvPr/>
              </p:nvSpPr>
              <p:spPr>
                <a:xfrm>
                  <a:off x="10270575" y="5615231"/>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31" name="楕円 1330">
                  <a:extLst>
                    <a:ext uri="{FF2B5EF4-FFF2-40B4-BE49-F238E27FC236}">
                      <a16:creationId xmlns:a16="http://schemas.microsoft.com/office/drawing/2014/main" id="{C2A61A14-B3A3-6235-D731-C726C4359C72}"/>
                    </a:ext>
                  </a:extLst>
                </p:cNvPr>
                <p:cNvSpPr/>
                <p:nvPr/>
              </p:nvSpPr>
              <p:spPr>
                <a:xfrm>
                  <a:off x="11851725" y="6482007"/>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309" name="グループ化 1308">
                <a:extLst>
                  <a:ext uri="{FF2B5EF4-FFF2-40B4-BE49-F238E27FC236}">
                    <a16:creationId xmlns:a16="http://schemas.microsoft.com/office/drawing/2014/main" id="{9C433AF3-5653-109A-3650-0AB3697900AC}"/>
                  </a:ext>
                </a:extLst>
              </p:cNvPr>
              <p:cNvGrpSpPr>
                <a:grpSpLocks noChangeAspect="1"/>
              </p:cNvGrpSpPr>
              <p:nvPr/>
            </p:nvGrpSpPr>
            <p:grpSpPr>
              <a:xfrm rot="10800000" flipV="1">
                <a:off x="8829186" y="2889000"/>
                <a:ext cx="450000" cy="540000"/>
                <a:chOff x="9214377" y="4613619"/>
                <a:chExt cx="955698" cy="1013184"/>
              </a:xfrm>
              <a:grpFill/>
            </p:grpSpPr>
            <p:cxnSp>
              <p:nvCxnSpPr>
                <p:cNvPr id="1326" name="コネクタ: カギ線 1325">
                  <a:extLst>
                    <a:ext uri="{FF2B5EF4-FFF2-40B4-BE49-F238E27FC236}">
                      <a16:creationId xmlns:a16="http://schemas.microsoft.com/office/drawing/2014/main" id="{CCB2E91E-C2FE-96A9-9716-F175CA2BE8AD}"/>
                    </a:ext>
                  </a:extLst>
                </p:cNvPr>
                <p:cNvCxnSpPr>
                  <a:cxnSpLocks/>
                </p:cNvCxnSpPr>
                <p:nvPr/>
              </p:nvCxnSpPr>
              <p:spPr>
                <a:xfrm rot="5400000" flipH="1" flipV="1">
                  <a:off x="9230635" y="4687363"/>
                  <a:ext cx="923182" cy="865697"/>
                </a:xfrm>
                <a:prstGeom prst="bentConnector3">
                  <a:avLst>
                    <a:gd name="adj1" fmla="val -97542"/>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1327" name="楕円 1326">
                  <a:extLst>
                    <a:ext uri="{FF2B5EF4-FFF2-40B4-BE49-F238E27FC236}">
                      <a16:creationId xmlns:a16="http://schemas.microsoft.com/office/drawing/2014/main" id="{8B524A2B-EC6A-3D32-B196-B43999A8A1AD}"/>
                    </a:ext>
                  </a:extLst>
                </p:cNvPr>
                <p:cNvSpPr/>
                <p:nvPr/>
              </p:nvSpPr>
              <p:spPr>
                <a:xfrm>
                  <a:off x="9214377" y="553680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28" name="楕円 1327">
                  <a:extLst>
                    <a:ext uri="{FF2B5EF4-FFF2-40B4-BE49-F238E27FC236}">
                      <a16:creationId xmlns:a16="http://schemas.microsoft.com/office/drawing/2014/main" id="{12E0AC88-DD77-8E39-66F3-E2174237CB13}"/>
                    </a:ext>
                  </a:extLst>
                </p:cNvPr>
                <p:cNvSpPr/>
                <p:nvPr/>
              </p:nvSpPr>
              <p:spPr>
                <a:xfrm>
                  <a:off x="10080075" y="4613619"/>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310" name="グループ化 1309">
                <a:extLst>
                  <a:ext uri="{FF2B5EF4-FFF2-40B4-BE49-F238E27FC236}">
                    <a16:creationId xmlns:a16="http://schemas.microsoft.com/office/drawing/2014/main" id="{379FA318-0337-4C02-161F-CA46A043D07E}"/>
                  </a:ext>
                </a:extLst>
              </p:cNvPr>
              <p:cNvGrpSpPr>
                <a:grpSpLocks noChangeAspect="1"/>
              </p:cNvGrpSpPr>
              <p:nvPr/>
            </p:nvGrpSpPr>
            <p:grpSpPr>
              <a:xfrm rot="16200000">
                <a:off x="9084186" y="3099000"/>
                <a:ext cx="300000" cy="360000"/>
                <a:chOff x="9214377" y="4613619"/>
                <a:chExt cx="955698" cy="1013184"/>
              </a:xfrm>
              <a:grpFill/>
            </p:grpSpPr>
            <p:cxnSp>
              <p:nvCxnSpPr>
                <p:cNvPr id="1323" name="コネクタ: カギ線 1322">
                  <a:extLst>
                    <a:ext uri="{FF2B5EF4-FFF2-40B4-BE49-F238E27FC236}">
                      <a16:creationId xmlns:a16="http://schemas.microsoft.com/office/drawing/2014/main" id="{63800D28-76EA-3C45-E555-28BD4E4FA4A6}"/>
                    </a:ext>
                  </a:extLst>
                </p:cNvPr>
                <p:cNvCxnSpPr>
                  <a:cxnSpLocks/>
                </p:cNvCxnSpPr>
                <p:nvPr/>
              </p:nvCxnSpPr>
              <p:spPr>
                <a:xfrm rot="5400000" flipH="1" flipV="1">
                  <a:off x="9230635" y="4687363"/>
                  <a:ext cx="923182" cy="865697"/>
                </a:xfrm>
                <a:prstGeom prst="bentConnector3">
                  <a:avLst>
                    <a:gd name="adj1" fmla="val -97542"/>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1324" name="楕円 1323">
                  <a:extLst>
                    <a:ext uri="{FF2B5EF4-FFF2-40B4-BE49-F238E27FC236}">
                      <a16:creationId xmlns:a16="http://schemas.microsoft.com/office/drawing/2014/main" id="{41DB0D7E-3CC3-05DC-4491-CADE88119C77}"/>
                    </a:ext>
                  </a:extLst>
                </p:cNvPr>
                <p:cNvSpPr/>
                <p:nvPr/>
              </p:nvSpPr>
              <p:spPr>
                <a:xfrm>
                  <a:off x="9214377" y="553680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25" name="楕円 1324">
                  <a:extLst>
                    <a:ext uri="{FF2B5EF4-FFF2-40B4-BE49-F238E27FC236}">
                      <a16:creationId xmlns:a16="http://schemas.microsoft.com/office/drawing/2014/main" id="{DFE9A412-4642-956A-861B-0B87DC44240D}"/>
                    </a:ext>
                  </a:extLst>
                </p:cNvPr>
                <p:cNvSpPr/>
                <p:nvPr/>
              </p:nvSpPr>
              <p:spPr>
                <a:xfrm>
                  <a:off x="10080075" y="4613619"/>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311" name="グループ化 1310">
                <a:extLst>
                  <a:ext uri="{FF2B5EF4-FFF2-40B4-BE49-F238E27FC236}">
                    <a16:creationId xmlns:a16="http://schemas.microsoft.com/office/drawing/2014/main" id="{881D6899-6BA6-5842-CD1F-4355B9A4BCBF}"/>
                  </a:ext>
                </a:extLst>
              </p:cNvPr>
              <p:cNvGrpSpPr>
                <a:grpSpLocks noChangeAspect="1"/>
              </p:cNvGrpSpPr>
              <p:nvPr/>
            </p:nvGrpSpPr>
            <p:grpSpPr>
              <a:xfrm rot="5400000">
                <a:off x="9124467" y="3394863"/>
                <a:ext cx="360000" cy="900000"/>
                <a:chOff x="10974050" y="4410803"/>
                <a:chExt cx="723411" cy="1726260"/>
              </a:xfrm>
              <a:grpFill/>
            </p:grpSpPr>
            <p:cxnSp>
              <p:nvCxnSpPr>
                <p:cNvPr id="1320" name="コネクタ: カギ線 1319">
                  <a:extLst>
                    <a:ext uri="{FF2B5EF4-FFF2-40B4-BE49-F238E27FC236}">
                      <a16:creationId xmlns:a16="http://schemas.microsoft.com/office/drawing/2014/main" id="{554F6011-B4C7-D442-12F5-CEEA97D14E65}"/>
                    </a:ext>
                  </a:extLst>
                </p:cNvPr>
                <p:cNvCxnSpPr>
                  <a:cxnSpLocks/>
                </p:cNvCxnSpPr>
                <p:nvPr/>
              </p:nvCxnSpPr>
              <p:spPr>
                <a:xfrm rot="16200000" flipH="1">
                  <a:off x="10516848" y="4958007"/>
                  <a:ext cx="1637815" cy="633410"/>
                </a:xfrm>
                <a:prstGeom prst="bentConnector3">
                  <a:avLst>
                    <a:gd name="adj1" fmla="val 50000"/>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1321" name="楕円 1320">
                  <a:extLst>
                    <a:ext uri="{FF2B5EF4-FFF2-40B4-BE49-F238E27FC236}">
                      <a16:creationId xmlns:a16="http://schemas.microsoft.com/office/drawing/2014/main" id="{3A46933B-6CB7-88B6-C2A1-082EA7809646}"/>
                    </a:ext>
                  </a:extLst>
                </p:cNvPr>
                <p:cNvSpPr/>
                <p:nvPr/>
              </p:nvSpPr>
              <p:spPr>
                <a:xfrm>
                  <a:off x="10974050" y="441080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22" name="楕円 1321">
                  <a:extLst>
                    <a:ext uri="{FF2B5EF4-FFF2-40B4-BE49-F238E27FC236}">
                      <a16:creationId xmlns:a16="http://schemas.microsoft.com/office/drawing/2014/main" id="{95704511-80BC-F41A-6E48-E9B30D16CD0F}"/>
                    </a:ext>
                  </a:extLst>
                </p:cNvPr>
                <p:cNvSpPr/>
                <p:nvPr/>
              </p:nvSpPr>
              <p:spPr>
                <a:xfrm>
                  <a:off x="11607461" y="604706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312" name="グループ化 1311">
                <a:extLst>
                  <a:ext uri="{FF2B5EF4-FFF2-40B4-BE49-F238E27FC236}">
                    <a16:creationId xmlns:a16="http://schemas.microsoft.com/office/drawing/2014/main" id="{170D789C-5189-52AB-A352-1256A9D39835}"/>
                  </a:ext>
                </a:extLst>
              </p:cNvPr>
              <p:cNvGrpSpPr>
                <a:grpSpLocks noChangeAspect="1"/>
              </p:cNvGrpSpPr>
              <p:nvPr/>
            </p:nvGrpSpPr>
            <p:grpSpPr>
              <a:xfrm>
                <a:off x="8490493" y="2861780"/>
                <a:ext cx="72000" cy="1080000"/>
                <a:chOff x="8774478" y="2962651"/>
                <a:chExt cx="78776" cy="1124716"/>
              </a:xfrm>
              <a:grpFill/>
            </p:grpSpPr>
            <p:cxnSp>
              <p:nvCxnSpPr>
                <p:cNvPr id="1317" name="直線コネクタ 1316">
                  <a:extLst>
                    <a:ext uri="{FF2B5EF4-FFF2-40B4-BE49-F238E27FC236}">
                      <a16:creationId xmlns:a16="http://schemas.microsoft.com/office/drawing/2014/main" id="{1458B106-15E2-F75A-596F-60890E49724D}"/>
                    </a:ext>
                  </a:extLst>
                </p:cNvPr>
                <p:cNvCxnSpPr>
                  <a:cxnSpLocks/>
                </p:cNvCxnSpPr>
                <p:nvPr/>
              </p:nvCxnSpPr>
              <p:spPr>
                <a:xfrm>
                  <a:off x="8811828" y="2985009"/>
                  <a:ext cx="10852" cy="1080000"/>
                </a:xfrm>
                <a:prstGeom prst="line">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1318" name="楕円 1317">
                  <a:extLst>
                    <a:ext uri="{FF2B5EF4-FFF2-40B4-BE49-F238E27FC236}">
                      <a16:creationId xmlns:a16="http://schemas.microsoft.com/office/drawing/2014/main" id="{31DCF39E-5360-3BE6-EDCD-A0C5ADB705A5}"/>
                    </a:ext>
                  </a:extLst>
                </p:cNvPr>
                <p:cNvSpPr/>
                <p:nvPr/>
              </p:nvSpPr>
              <p:spPr>
                <a:xfrm>
                  <a:off x="8774478" y="2962651"/>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19" name="楕円 1318">
                  <a:extLst>
                    <a:ext uri="{FF2B5EF4-FFF2-40B4-BE49-F238E27FC236}">
                      <a16:creationId xmlns:a16="http://schemas.microsoft.com/office/drawing/2014/main" id="{37FA3881-1B28-BAB2-EBF3-8747D6275E96}"/>
                    </a:ext>
                  </a:extLst>
                </p:cNvPr>
                <p:cNvSpPr/>
                <p:nvPr/>
              </p:nvSpPr>
              <p:spPr>
                <a:xfrm>
                  <a:off x="8781254" y="4015367"/>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313" name="グループ化 1312">
                <a:extLst>
                  <a:ext uri="{FF2B5EF4-FFF2-40B4-BE49-F238E27FC236}">
                    <a16:creationId xmlns:a16="http://schemas.microsoft.com/office/drawing/2014/main" id="{DFD96709-6DCF-2F51-33CB-8905A2DD6F4C}"/>
                  </a:ext>
                </a:extLst>
              </p:cNvPr>
              <p:cNvGrpSpPr>
                <a:grpSpLocks noChangeAspect="1"/>
              </p:cNvGrpSpPr>
              <p:nvPr/>
            </p:nvGrpSpPr>
            <p:grpSpPr>
              <a:xfrm>
                <a:off x="8648237" y="2861780"/>
                <a:ext cx="72000" cy="1080000"/>
                <a:chOff x="8774478" y="2962651"/>
                <a:chExt cx="78776" cy="1124716"/>
              </a:xfrm>
              <a:grpFill/>
            </p:grpSpPr>
            <p:cxnSp>
              <p:nvCxnSpPr>
                <p:cNvPr id="1314" name="直線コネクタ 1313">
                  <a:extLst>
                    <a:ext uri="{FF2B5EF4-FFF2-40B4-BE49-F238E27FC236}">
                      <a16:creationId xmlns:a16="http://schemas.microsoft.com/office/drawing/2014/main" id="{8122081E-0DE5-9383-33DB-63A833B8DCE5}"/>
                    </a:ext>
                  </a:extLst>
                </p:cNvPr>
                <p:cNvCxnSpPr>
                  <a:cxnSpLocks/>
                </p:cNvCxnSpPr>
                <p:nvPr/>
              </p:nvCxnSpPr>
              <p:spPr>
                <a:xfrm>
                  <a:off x="8811828" y="2985009"/>
                  <a:ext cx="10852" cy="1080000"/>
                </a:xfrm>
                <a:prstGeom prst="line">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1315" name="楕円 1314">
                  <a:extLst>
                    <a:ext uri="{FF2B5EF4-FFF2-40B4-BE49-F238E27FC236}">
                      <a16:creationId xmlns:a16="http://schemas.microsoft.com/office/drawing/2014/main" id="{F3A28324-604C-DE8C-E23C-80B07D5DB51F}"/>
                    </a:ext>
                  </a:extLst>
                </p:cNvPr>
                <p:cNvSpPr/>
                <p:nvPr/>
              </p:nvSpPr>
              <p:spPr>
                <a:xfrm>
                  <a:off x="8774478" y="2962651"/>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16" name="楕円 1315">
                  <a:extLst>
                    <a:ext uri="{FF2B5EF4-FFF2-40B4-BE49-F238E27FC236}">
                      <a16:creationId xmlns:a16="http://schemas.microsoft.com/office/drawing/2014/main" id="{89C751DC-353D-33A4-696D-25A8706AA5BB}"/>
                    </a:ext>
                  </a:extLst>
                </p:cNvPr>
                <p:cNvSpPr/>
                <p:nvPr/>
              </p:nvSpPr>
              <p:spPr>
                <a:xfrm>
                  <a:off x="8781254" y="4015367"/>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1202" name="グループ化 1201">
              <a:extLst>
                <a:ext uri="{FF2B5EF4-FFF2-40B4-BE49-F238E27FC236}">
                  <a16:creationId xmlns:a16="http://schemas.microsoft.com/office/drawing/2014/main" id="{271125A7-976A-3FAB-9193-EB63E2B7B9F4}"/>
                </a:ext>
              </a:extLst>
            </p:cNvPr>
            <p:cNvGrpSpPr/>
            <p:nvPr/>
          </p:nvGrpSpPr>
          <p:grpSpPr>
            <a:xfrm rot="16200000">
              <a:off x="9104479" y="2331565"/>
              <a:ext cx="1800000" cy="1551724"/>
              <a:chOff x="8154186" y="2653138"/>
              <a:chExt cx="1800000" cy="1551724"/>
            </a:xfrm>
            <a:grpFill/>
          </p:grpSpPr>
          <p:sp>
            <p:nvSpPr>
              <p:cNvPr id="1282" name="六角形 1281">
                <a:extLst>
                  <a:ext uri="{FF2B5EF4-FFF2-40B4-BE49-F238E27FC236}">
                    <a16:creationId xmlns:a16="http://schemas.microsoft.com/office/drawing/2014/main" id="{356A4229-4A26-AF76-4888-AA9576304E77}"/>
                  </a:ext>
                </a:extLst>
              </p:cNvPr>
              <p:cNvSpPr>
                <a:spLocks noChangeAspect="1"/>
              </p:cNvSpPr>
              <p:nvPr/>
            </p:nvSpPr>
            <p:spPr>
              <a:xfrm>
                <a:off x="8154186" y="2653138"/>
                <a:ext cx="1800000" cy="1551724"/>
              </a:xfrm>
              <a:prstGeom prst="hexagon">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283" name="グループ化 1282">
                <a:extLst>
                  <a:ext uri="{FF2B5EF4-FFF2-40B4-BE49-F238E27FC236}">
                    <a16:creationId xmlns:a16="http://schemas.microsoft.com/office/drawing/2014/main" id="{84D4DA4F-1A57-DA9F-D37F-65709AB5437B}"/>
                  </a:ext>
                </a:extLst>
              </p:cNvPr>
              <p:cNvGrpSpPr>
                <a:grpSpLocks noChangeAspect="1"/>
              </p:cNvGrpSpPr>
              <p:nvPr/>
            </p:nvGrpSpPr>
            <p:grpSpPr>
              <a:xfrm rot="10800000">
                <a:off x="8514186" y="2775673"/>
                <a:ext cx="1080000" cy="540000"/>
                <a:chOff x="10270575" y="5615231"/>
                <a:chExt cx="1671150" cy="956776"/>
              </a:xfrm>
              <a:grpFill/>
            </p:grpSpPr>
            <p:cxnSp>
              <p:nvCxnSpPr>
                <p:cNvPr id="1304" name="コネクタ: カギ線 1303">
                  <a:extLst>
                    <a:ext uri="{FF2B5EF4-FFF2-40B4-BE49-F238E27FC236}">
                      <a16:creationId xmlns:a16="http://schemas.microsoft.com/office/drawing/2014/main" id="{93929575-F0EE-CB3A-5704-F0611A397A3B}"/>
                    </a:ext>
                  </a:extLst>
                </p:cNvPr>
                <p:cNvCxnSpPr>
                  <a:cxnSpLocks/>
                </p:cNvCxnSpPr>
                <p:nvPr/>
              </p:nvCxnSpPr>
              <p:spPr>
                <a:xfrm>
                  <a:off x="10315575" y="5660232"/>
                  <a:ext cx="1581150" cy="866775"/>
                </a:xfrm>
                <a:prstGeom prst="bentConnector3">
                  <a:avLst>
                    <a:gd name="adj1" fmla="val 54819"/>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1305" name="楕円 1304">
                  <a:extLst>
                    <a:ext uri="{FF2B5EF4-FFF2-40B4-BE49-F238E27FC236}">
                      <a16:creationId xmlns:a16="http://schemas.microsoft.com/office/drawing/2014/main" id="{7479B9FC-8970-EE3B-CEA2-B1C65CDF1E38}"/>
                    </a:ext>
                  </a:extLst>
                </p:cNvPr>
                <p:cNvSpPr/>
                <p:nvPr/>
              </p:nvSpPr>
              <p:spPr>
                <a:xfrm>
                  <a:off x="10270575" y="5615231"/>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06" name="楕円 1305">
                  <a:extLst>
                    <a:ext uri="{FF2B5EF4-FFF2-40B4-BE49-F238E27FC236}">
                      <a16:creationId xmlns:a16="http://schemas.microsoft.com/office/drawing/2014/main" id="{21D9F662-D92D-68A9-CFE0-FA1C3A77CAF1}"/>
                    </a:ext>
                  </a:extLst>
                </p:cNvPr>
                <p:cNvSpPr/>
                <p:nvPr/>
              </p:nvSpPr>
              <p:spPr>
                <a:xfrm>
                  <a:off x="11851725" y="6482007"/>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84" name="グループ化 1283">
                <a:extLst>
                  <a:ext uri="{FF2B5EF4-FFF2-40B4-BE49-F238E27FC236}">
                    <a16:creationId xmlns:a16="http://schemas.microsoft.com/office/drawing/2014/main" id="{E93F2B6D-40F8-3FA9-778B-986D329A9A76}"/>
                  </a:ext>
                </a:extLst>
              </p:cNvPr>
              <p:cNvGrpSpPr>
                <a:grpSpLocks noChangeAspect="1"/>
              </p:cNvGrpSpPr>
              <p:nvPr/>
            </p:nvGrpSpPr>
            <p:grpSpPr>
              <a:xfrm rot="10800000" flipV="1">
                <a:off x="8829186" y="2889000"/>
                <a:ext cx="450000" cy="540000"/>
                <a:chOff x="9214377" y="4613619"/>
                <a:chExt cx="955698" cy="1013184"/>
              </a:xfrm>
              <a:grpFill/>
            </p:grpSpPr>
            <p:cxnSp>
              <p:nvCxnSpPr>
                <p:cNvPr id="1301" name="コネクタ: カギ線 1300">
                  <a:extLst>
                    <a:ext uri="{FF2B5EF4-FFF2-40B4-BE49-F238E27FC236}">
                      <a16:creationId xmlns:a16="http://schemas.microsoft.com/office/drawing/2014/main" id="{9172A038-C3EE-A7F3-01B0-A02BDE484914}"/>
                    </a:ext>
                  </a:extLst>
                </p:cNvPr>
                <p:cNvCxnSpPr>
                  <a:cxnSpLocks/>
                </p:cNvCxnSpPr>
                <p:nvPr/>
              </p:nvCxnSpPr>
              <p:spPr>
                <a:xfrm rot="5400000" flipH="1" flipV="1">
                  <a:off x="9230635" y="4687363"/>
                  <a:ext cx="923182" cy="865697"/>
                </a:xfrm>
                <a:prstGeom prst="bentConnector3">
                  <a:avLst>
                    <a:gd name="adj1" fmla="val -97542"/>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1302" name="楕円 1301">
                  <a:extLst>
                    <a:ext uri="{FF2B5EF4-FFF2-40B4-BE49-F238E27FC236}">
                      <a16:creationId xmlns:a16="http://schemas.microsoft.com/office/drawing/2014/main" id="{25B4350A-DEA0-CA4C-6BBC-390B2B1BD640}"/>
                    </a:ext>
                  </a:extLst>
                </p:cNvPr>
                <p:cNvSpPr/>
                <p:nvPr/>
              </p:nvSpPr>
              <p:spPr>
                <a:xfrm>
                  <a:off x="9214377" y="553680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03" name="楕円 1302">
                  <a:extLst>
                    <a:ext uri="{FF2B5EF4-FFF2-40B4-BE49-F238E27FC236}">
                      <a16:creationId xmlns:a16="http://schemas.microsoft.com/office/drawing/2014/main" id="{626E97B3-1681-A318-00E0-CAF19E115EA0}"/>
                    </a:ext>
                  </a:extLst>
                </p:cNvPr>
                <p:cNvSpPr/>
                <p:nvPr/>
              </p:nvSpPr>
              <p:spPr>
                <a:xfrm>
                  <a:off x="10080075" y="4613619"/>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85" name="グループ化 1284">
                <a:extLst>
                  <a:ext uri="{FF2B5EF4-FFF2-40B4-BE49-F238E27FC236}">
                    <a16:creationId xmlns:a16="http://schemas.microsoft.com/office/drawing/2014/main" id="{931D97FE-2352-FBE6-DED1-3FEEA8FD9884}"/>
                  </a:ext>
                </a:extLst>
              </p:cNvPr>
              <p:cNvGrpSpPr>
                <a:grpSpLocks noChangeAspect="1"/>
              </p:cNvGrpSpPr>
              <p:nvPr/>
            </p:nvGrpSpPr>
            <p:grpSpPr>
              <a:xfrm rot="16200000">
                <a:off x="9084186" y="3099000"/>
                <a:ext cx="300000" cy="360000"/>
                <a:chOff x="9214377" y="4613619"/>
                <a:chExt cx="955698" cy="1013184"/>
              </a:xfrm>
              <a:grpFill/>
            </p:grpSpPr>
            <p:cxnSp>
              <p:nvCxnSpPr>
                <p:cNvPr id="1298" name="コネクタ: カギ線 1297">
                  <a:extLst>
                    <a:ext uri="{FF2B5EF4-FFF2-40B4-BE49-F238E27FC236}">
                      <a16:creationId xmlns:a16="http://schemas.microsoft.com/office/drawing/2014/main" id="{69D7D87E-4FA8-1261-8F98-27B24FAE1582}"/>
                    </a:ext>
                  </a:extLst>
                </p:cNvPr>
                <p:cNvCxnSpPr>
                  <a:cxnSpLocks/>
                </p:cNvCxnSpPr>
                <p:nvPr/>
              </p:nvCxnSpPr>
              <p:spPr>
                <a:xfrm rot="5400000" flipH="1" flipV="1">
                  <a:off x="9230635" y="4687363"/>
                  <a:ext cx="923182" cy="865697"/>
                </a:xfrm>
                <a:prstGeom prst="bentConnector3">
                  <a:avLst>
                    <a:gd name="adj1" fmla="val -97542"/>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1299" name="楕円 1298">
                  <a:extLst>
                    <a:ext uri="{FF2B5EF4-FFF2-40B4-BE49-F238E27FC236}">
                      <a16:creationId xmlns:a16="http://schemas.microsoft.com/office/drawing/2014/main" id="{6B40B341-14C2-F892-85C5-1DE8F05256A3}"/>
                    </a:ext>
                  </a:extLst>
                </p:cNvPr>
                <p:cNvSpPr/>
                <p:nvPr/>
              </p:nvSpPr>
              <p:spPr>
                <a:xfrm>
                  <a:off x="9214377" y="553680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00" name="楕円 1299">
                  <a:extLst>
                    <a:ext uri="{FF2B5EF4-FFF2-40B4-BE49-F238E27FC236}">
                      <a16:creationId xmlns:a16="http://schemas.microsoft.com/office/drawing/2014/main" id="{ED3AF8E8-B195-A3F6-728A-93BA7D138EB8}"/>
                    </a:ext>
                  </a:extLst>
                </p:cNvPr>
                <p:cNvSpPr/>
                <p:nvPr/>
              </p:nvSpPr>
              <p:spPr>
                <a:xfrm>
                  <a:off x="10080075" y="4613619"/>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86" name="グループ化 1285">
                <a:extLst>
                  <a:ext uri="{FF2B5EF4-FFF2-40B4-BE49-F238E27FC236}">
                    <a16:creationId xmlns:a16="http://schemas.microsoft.com/office/drawing/2014/main" id="{5BFAB13F-BA45-E995-0588-06176A524267}"/>
                  </a:ext>
                </a:extLst>
              </p:cNvPr>
              <p:cNvGrpSpPr>
                <a:grpSpLocks noChangeAspect="1"/>
              </p:cNvGrpSpPr>
              <p:nvPr/>
            </p:nvGrpSpPr>
            <p:grpSpPr>
              <a:xfrm rot="5400000">
                <a:off x="9124467" y="3394863"/>
                <a:ext cx="360000" cy="900000"/>
                <a:chOff x="10974050" y="4410803"/>
                <a:chExt cx="723411" cy="1726260"/>
              </a:xfrm>
              <a:grpFill/>
            </p:grpSpPr>
            <p:cxnSp>
              <p:nvCxnSpPr>
                <p:cNvPr id="1295" name="コネクタ: カギ線 1294">
                  <a:extLst>
                    <a:ext uri="{FF2B5EF4-FFF2-40B4-BE49-F238E27FC236}">
                      <a16:creationId xmlns:a16="http://schemas.microsoft.com/office/drawing/2014/main" id="{E24878B5-7D2A-F2D6-6773-4C7B1FD26114}"/>
                    </a:ext>
                  </a:extLst>
                </p:cNvPr>
                <p:cNvCxnSpPr>
                  <a:cxnSpLocks/>
                </p:cNvCxnSpPr>
                <p:nvPr/>
              </p:nvCxnSpPr>
              <p:spPr>
                <a:xfrm rot="16200000" flipH="1">
                  <a:off x="10516848" y="4958007"/>
                  <a:ext cx="1637815" cy="633410"/>
                </a:xfrm>
                <a:prstGeom prst="bentConnector3">
                  <a:avLst>
                    <a:gd name="adj1" fmla="val 50000"/>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1296" name="楕円 1295">
                  <a:extLst>
                    <a:ext uri="{FF2B5EF4-FFF2-40B4-BE49-F238E27FC236}">
                      <a16:creationId xmlns:a16="http://schemas.microsoft.com/office/drawing/2014/main" id="{C926EA02-E085-E5A0-38B5-3E7327D714F0}"/>
                    </a:ext>
                  </a:extLst>
                </p:cNvPr>
                <p:cNvSpPr/>
                <p:nvPr/>
              </p:nvSpPr>
              <p:spPr>
                <a:xfrm>
                  <a:off x="10974050" y="441080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97" name="楕円 1296">
                  <a:extLst>
                    <a:ext uri="{FF2B5EF4-FFF2-40B4-BE49-F238E27FC236}">
                      <a16:creationId xmlns:a16="http://schemas.microsoft.com/office/drawing/2014/main" id="{11B31F21-BC5E-5273-A661-694BACA5FA5A}"/>
                    </a:ext>
                  </a:extLst>
                </p:cNvPr>
                <p:cNvSpPr/>
                <p:nvPr/>
              </p:nvSpPr>
              <p:spPr>
                <a:xfrm>
                  <a:off x="11607461" y="604706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87" name="グループ化 1286">
                <a:extLst>
                  <a:ext uri="{FF2B5EF4-FFF2-40B4-BE49-F238E27FC236}">
                    <a16:creationId xmlns:a16="http://schemas.microsoft.com/office/drawing/2014/main" id="{FBD42CCA-CD1B-C1E9-3A89-E3FB586FFA24}"/>
                  </a:ext>
                </a:extLst>
              </p:cNvPr>
              <p:cNvGrpSpPr>
                <a:grpSpLocks noChangeAspect="1"/>
              </p:cNvGrpSpPr>
              <p:nvPr/>
            </p:nvGrpSpPr>
            <p:grpSpPr>
              <a:xfrm>
                <a:off x="8490493" y="2861780"/>
                <a:ext cx="72000" cy="1080000"/>
                <a:chOff x="8774478" y="2962651"/>
                <a:chExt cx="78776" cy="1124716"/>
              </a:xfrm>
              <a:grpFill/>
            </p:grpSpPr>
            <p:cxnSp>
              <p:nvCxnSpPr>
                <p:cNvPr id="1292" name="直線コネクタ 1291">
                  <a:extLst>
                    <a:ext uri="{FF2B5EF4-FFF2-40B4-BE49-F238E27FC236}">
                      <a16:creationId xmlns:a16="http://schemas.microsoft.com/office/drawing/2014/main" id="{5D4A4CE3-C5A6-6271-EF3A-480453C49794}"/>
                    </a:ext>
                  </a:extLst>
                </p:cNvPr>
                <p:cNvCxnSpPr>
                  <a:cxnSpLocks/>
                </p:cNvCxnSpPr>
                <p:nvPr/>
              </p:nvCxnSpPr>
              <p:spPr>
                <a:xfrm>
                  <a:off x="8811828" y="2985009"/>
                  <a:ext cx="10852" cy="1080000"/>
                </a:xfrm>
                <a:prstGeom prst="line">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1293" name="楕円 1292">
                  <a:extLst>
                    <a:ext uri="{FF2B5EF4-FFF2-40B4-BE49-F238E27FC236}">
                      <a16:creationId xmlns:a16="http://schemas.microsoft.com/office/drawing/2014/main" id="{10F9B9D7-F3D6-9660-F230-9563F1182F44}"/>
                    </a:ext>
                  </a:extLst>
                </p:cNvPr>
                <p:cNvSpPr/>
                <p:nvPr/>
              </p:nvSpPr>
              <p:spPr>
                <a:xfrm>
                  <a:off x="8774478" y="2962651"/>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94" name="楕円 1293">
                  <a:extLst>
                    <a:ext uri="{FF2B5EF4-FFF2-40B4-BE49-F238E27FC236}">
                      <a16:creationId xmlns:a16="http://schemas.microsoft.com/office/drawing/2014/main" id="{0CFDB6FA-5DE2-262C-B823-4820C609E65C}"/>
                    </a:ext>
                  </a:extLst>
                </p:cNvPr>
                <p:cNvSpPr/>
                <p:nvPr/>
              </p:nvSpPr>
              <p:spPr>
                <a:xfrm>
                  <a:off x="8781254" y="4015367"/>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88" name="グループ化 1287">
                <a:extLst>
                  <a:ext uri="{FF2B5EF4-FFF2-40B4-BE49-F238E27FC236}">
                    <a16:creationId xmlns:a16="http://schemas.microsoft.com/office/drawing/2014/main" id="{3A6ABC39-112D-2211-E593-69D5FB69F13B}"/>
                  </a:ext>
                </a:extLst>
              </p:cNvPr>
              <p:cNvGrpSpPr>
                <a:grpSpLocks noChangeAspect="1"/>
              </p:cNvGrpSpPr>
              <p:nvPr/>
            </p:nvGrpSpPr>
            <p:grpSpPr>
              <a:xfrm>
                <a:off x="8648237" y="2861780"/>
                <a:ext cx="72000" cy="1080000"/>
                <a:chOff x="8774478" y="2962651"/>
                <a:chExt cx="78776" cy="1124716"/>
              </a:xfrm>
              <a:grpFill/>
            </p:grpSpPr>
            <p:cxnSp>
              <p:nvCxnSpPr>
                <p:cNvPr id="1289" name="直線コネクタ 1288">
                  <a:extLst>
                    <a:ext uri="{FF2B5EF4-FFF2-40B4-BE49-F238E27FC236}">
                      <a16:creationId xmlns:a16="http://schemas.microsoft.com/office/drawing/2014/main" id="{7E6D0D3C-8FD6-F38B-B905-08F45D494F1A}"/>
                    </a:ext>
                  </a:extLst>
                </p:cNvPr>
                <p:cNvCxnSpPr>
                  <a:cxnSpLocks/>
                </p:cNvCxnSpPr>
                <p:nvPr/>
              </p:nvCxnSpPr>
              <p:spPr>
                <a:xfrm>
                  <a:off x="8811828" y="2985009"/>
                  <a:ext cx="10852" cy="1080000"/>
                </a:xfrm>
                <a:prstGeom prst="line">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1290" name="楕円 1289">
                  <a:extLst>
                    <a:ext uri="{FF2B5EF4-FFF2-40B4-BE49-F238E27FC236}">
                      <a16:creationId xmlns:a16="http://schemas.microsoft.com/office/drawing/2014/main" id="{5F50193A-29E4-6A12-EADF-E7221C2990A0}"/>
                    </a:ext>
                  </a:extLst>
                </p:cNvPr>
                <p:cNvSpPr/>
                <p:nvPr/>
              </p:nvSpPr>
              <p:spPr>
                <a:xfrm>
                  <a:off x="8774478" y="2962651"/>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91" name="楕円 1290">
                  <a:extLst>
                    <a:ext uri="{FF2B5EF4-FFF2-40B4-BE49-F238E27FC236}">
                      <a16:creationId xmlns:a16="http://schemas.microsoft.com/office/drawing/2014/main" id="{5A337A92-1167-DE5B-A0AA-0FEC80538BB6}"/>
                    </a:ext>
                  </a:extLst>
                </p:cNvPr>
                <p:cNvSpPr/>
                <p:nvPr/>
              </p:nvSpPr>
              <p:spPr>
                <a:xfrm>
                  <a:off x="8781254" y="4015367"/>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1203" name="グループ化 1202">
              <a:extLst>
                <a:ext uri="{FF2B5EF4-FFF2-40B4-BE49-F238E27FC236}">
                  <a16:creationId xmlns:a16="http://schemas.microsoft.com/office/drawing/2014/main" id="{11526CF4-7C9C-A6C1-B3BA-5E61A77CB338}"/>
                </a:ext>
              </a:extLst>
            </p:cNvPr>
            <p:cNvGrpSpPr/>
            <p:nvPr/>
          </p:nvGrpSpPr>
          <p:grpSpPr>
            <a:xfrm rot="16200000">
              <a:off x="9111660" y="5178893"/>
              <a:ext cx="1800000" cy="1551724"/>
              <a:chOff x="8154186" y="2653138"/>
              <a:chExt cx="1800000" cy="1551724"/>
            </a:xfrm>
            <a:grpFill/>
          </p:grpSpPr>
          <p:sp>
            <p:nvSpPr>
              <p:cNvPr id="1257" name="六角形 1256">
                <a:extLst>
                  <a:ext uri="{FF2B5EF4-FFF2-40B4-BE49-F238E27FC236}">
                    <a16:creationId xmlns:a16="http://schemas.microsoft.com/office/drawing/2014/main" id="{9090010D-1BCD-0B37-E905-CA6D6F29B812}"/>
                  </a:ext>
                </a:extLst>
              </p:cNvPr>
              <p:cNvSpPr>
                <a:spLocks noChangeAspect="1"/>
              </p:cNvSpPr>
              <p:nvPr/>
            </p:nvSpPr>
            <p:spPr>
              <a:xfrm>
                <a:off x="8154186" y="2653138"/>
                <a:ext cx="1800000" cy="1551724"/>
              </a:xfrm>
              <a:prstGeom prst="hexagon">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258" name="グループ化 1257">
                <a:extLst>
                  <a:ext uri="{FF2B5EF4-FFF2-40B4-BE49-F238E27FC236}">
                    <a16:creationId xmlns:a16="http://schemas.microsoft.com/office/drawing/2014/main" id="{E7767AF9-C502-73BD-737C-9C79B17F0E38}"/>
                  </a:ext>
                </a:extLst>
              </p:cNvPr>
              <p:cNvGrpSpPr>
                <a:grpSpLocks noChangeAspect="1"/>
              </p:cNvGrpSpPr>
              <p:nvPr/>
            </p:nvGrpSpPr>
            <p:grpSpPr>
              <a:xfrm rot="10800000">
                <a:off x="8514186" y="2775673"/>
                <a:ext cx="1080000" cy="540000"/>
                <a:chOff x="10270575" y="5615231"/>
                <a:chExt cx="1671150" cy="956776"/>
              </a:xfrm>
              <a:grpFill/>
            </p:grpSpPr>
            <p:cxnSp>
              <p:nvCxnSpPr>
                <p:cNvPr id="1279" name="コネクタ: カギ線 1278">
                  <a:extLst>
                    <a:ext uri="{FF2B5EF4-FFF2-40B4-BE49-F238E27FC236}">
                      <a16:creationId xmlns:a16="http://schemas.microsoft.com/office/drawing/2014/main" id="{2E8611AD-29A6-C72A-CF07-7483DBE74CD1}"/>
                    </a:ext>
                  </a:extLst>
                </p:cNvPr>
                <p:cNvCxnSpPr>
                  <a:cxnSpLocks/>
                </p:cNvCxnSpPr>
                <p:nvPr/>
              </p:nvCxnSpPr>
              <p:spPr>
                <a:xfrm>
                  <a:off x="10315575" y="5660232"/>
                  <a:ext cx="1581150" cy="866775"/>
                </a:xfrm>
                <a:prstGeom prst="bentConnector3">
                  <a:avLst>
                    <a:gd name="adj1" fmla="val 54819"/>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1280" name="楕円 1279">
                  <a:extLst>
                    <a:ext uri="{FF2B5EF4-FFF2-40B4-BE49-F238E27FC236}">
                      <a16:creationId xmlns:a16="http://schemas.microsoft.com/office/drawing/2014/main" id="{BAD49B37-4D73-6D6C-F16A-C60EF9A24769}"/>
                    </a:ext>
                  </a:extLst>
                </p:cNvPr>
                <p:cNvSpPr/>
                <p:nvPr/>
              </p:nvSpPr>
              <p:spPr>
                <a:xfrm>
                  <a:off x="10270575" y="5615231"/>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81" name="楕円 1280">
                  <a:extLst>
                    <a:ext uri="{FF2B5EF4-FFF2-40B4-BE49-F238E27FC236}">
                      <a16:creationId xmlns:a16="http://schemas.microsoft.com/office/drawing/2014/main" id="{900FFA3D-A8AC-EF92-64A8-F771E6C2B668}"/>
                    </a:ext>
                  </a:extLst>
                </p:cNvPr>
                <p:cNvSpPr/>
                <p:nvPr/>
              </p:nvSpPr>
              <p:spPr>
                <a:xfrm>
                  <a:off x="11851725" y="6482007"/>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59" name="グループ化 1258">
                <a:extLst>
                  <a:ext uri="{FF2B5EF4-FFF2-40B4-BE49-F238E27FC236}">
                    <a16:creationId xmlns:a16="http://schemas.microsoft.com/office/drawing/2014/main" id="{1348987F-85B7-955B-5D45-96CE6F290B78}"/>
                  </a:ext>
                </a:extLst>
              </p:cNvPr>
              <p:cNvGrpSpPr>
                <a:grpSpLocks noChangeAspect="1"/>
              </p:cNvGrpSpPr>
              <p:nvPr/>
            </p:nvGrpSpPr>
            <p:grpSpPr>
              <a:xfrm rot="10800000" flipV="1">
                <a:off x="8829186" y="2889000"/>
                <a:ext cx="450000" cy="540000"/>
                <a:chOff x="9214377" y="4613619"/>
                <a:chExt cx="955698" cy="1013184"/>
              </a:xfrm>
              <a:grpFill/>
            </p:grpSpPr>
            <p:cxnSp>
              <p:nvCxnSpPr>
                <p:cNvPr id="1276" name="コネクタ: カギ線 1275">
                  <a:extLst>
                    <a:ext uri="{FF2B5EF4-FFF2-40B4-BE49-F238E27FC236}">
                      <a16:creationId xmlns:a16="http://schemas.microsoft.com/office/drawing/2014/main" id="{B4D00A5C-1AB2-EFF2-E710-52172F10ACA7}"/>
                    </a:ext>
                  </a:extLst>
                </p:cNvPr>
                <p:cNvCxnSpPr>
                  <a:cxnSpLocks/>
                </p:cNvCxnSpPr>
                <p:nvPr/>
              </p:nvCxnSpPr>
              <p:spPr>
                <a:xfrm rot="5400000" flipH="1" flipV="1">
                  <a:off x="9230635" y="4687363"/>
                  <a:ext cx="923182" cy="865697"/>
                </a:xfrm>
                <a:prstGeom prst="bentConnector3">
                  <a:avLst>
                    <a:gd name="adj1" fmla="val -97542"/>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1277" name="楕円 1276">
                  <a:extLst>
                    <a:ext uri="{FF2B5EF4-FFF2-40B4-BE49-F238E27FC236}">
                      <a16:creationId xmlns:a16="http://schemas.microsoft.com/office/drawing/2014/main" id="{436E2D3B-27D8-5E95-CD00-187902D3773F}"/>
                    </a:ext>
                  </a:extLst>
                </p:cNvPr>
                <p:cNvSpPr/>
                <p:nvPr/>
              </p:nvSpPr>
              <p:spPr>
                <a:xfrm>
                  <a:off x="9214377" y="553680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78" name="楕円 1277">
                  <a:extLst>
                    <a:ext uri="{FF2B5EF4-FFF2-40B4-BE49-F238E27FC236}">
                      <a16:creationId xmlns:a16="http://schemas.microsoft.com/office/drawing/2014/main" id="{85A694A7-10AE-A4CE-A05B-DFCEF9155AD0}"/>
                    </a:ext>
                  </a:extLst>
                </p:cNvPr>
                <p:cNvSpPr/>
                <p:nvPr/>
              </p:nvSpPr>
              <p:spPr>
                <a:xfrm>
                  <a:off x="10080075" y="4613619"/>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60" name="グループ化 1259">
                <a:extLst>
                  <a:ext uri="{FF2B5EF4-FFF2-40B4-BE49-F238E27FC236}">
                    <a16:creationId xmlns:a16="http://schemas.microsoft.com/office/drawing/2014/main" id="{4FB21E5A-94F4-4793-0BCC-93FB9394A693}"/>
                  </a:ext>
                </a:extLst>
              </p:cNvPr>
              <p:cNvGrpSpPr>
                <a:grpSpLocks noChangeAspect="1"/>
              </p:cNvGrpSpPr>
              <p:nvPr/>
            </p:nvGrpSpPr>
            <p:grpSpPr>
              <a:xfrm rot="16200000">
                <a:off x="9084186" y="3099000"/>
                <a:ext cx="300000" cy="360000"/>
                <a:chOff x="9214377" y="4613619"/>
                <a:chExt cx="955698" cy="1013184"/>
              </a:xfrm>
              <a:grpFill/>
            </p:grpSpPr>
            <p:cxnSp>
              <p:nvCxnSpPr>
                <p:cNvPr id="1273" name="コネクタ: カギ線 1272">
                  <a:extLst>
                    <a:ext uri="{FF2B5EF4-FFF2-40B4-BE49-F238E27FC236}">
                      <a16:creationId xmlns:a16="http://schemas.microsoft.com/office/drawing/2014/main" id="{070C96C5-4740-093C-2677-84ADC1D9D652}"/>
                    </a:ext>
                  </a:extLst>
                </p:cNvPr>
                <p:cNvCxnSpPr>
                  <a:cxnSpLocks/>
                </p:cNvCxnSpPr>
                <p:nvPr/>
              </p:nvCxnSpPr>
              <p:spPr>
                <a:xfrm rot="5400000" flipH="1" flipV="1">
                  <a:off x="9230635" y="4687363"/>
                  <a:ext cx="923182" cy="865697"/>
                </a:xfrm>
                <a:prstGeom prst="bentConnector3">
                  <a:avLst>
                    <a:gd name="adj1" fmla="val -97542"/>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1274" name="楕円 1273">
                  <a:extLst>
                    <a:ext uri="{FF2B5EF4-FFF2-40B4-BE49-F238E27FC236}">
                      <a16:creationId xmlns:a16="http://schemas.microsoft.com/office/drawing/2014/main" id="{FF90729A-3D30-2675-B37A-106C5FCF5D4C}"/>
                    </a:ext>
                  </a:extLst>
                </p:cNvPr>
                <p:cNvSpPr/>
                <p:nvPr/>
              </p:nvSpPr>
              <p:spPr>
                <a:xfrm>
                  <a:off x="9214377" y="553680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75" name="楕円 1274">
                  <a:extLst>
                    <a:ext uri="{FF2B5EF4-FFF2-40B4-BE49-F238E27FC236}">
                      <a16:creationId xmlns:a16="http://schemas.microsoft.com/office/drawing/2014/main" id="{F11A8DB9-484D-1F7F-28E2-51C951EDC02A}"/>
                    </a:ext>
                  </a:extLst>
                </p:cNvPr>
                <p:cNvSpPr/>
                <p:nvPr/>
              </p:nvSpPr>
              <p:spPr>
                <a:xfrm>
                  <a:off x="10080075" y="4613619"/>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61" name="グループ化 1260">
                <a:extLst>
                  <a:ext uri="{FF2B5EF4-FFF2-40B4-BE49-F238E27FC236}">
                    <a16:creationId xmlns:a16="http://schemas.microsoft.com/office/drawing/2014/main" id="{20A56E7F-BB1E-B56C-914F-838684915548}"/>
                  </a:ext>
                </a:extLst>
              </p:cNvPr>
              <p:cNvGrpSpPr>
                <a:grpSpLocks noChangeAspect="1"/>
              </p:cNvGrpSpPr>
              <p:nvPr/>
            </p:nvGrpSpPr>
            <p:grpSpPr>
              <a:xfrm rot="5400000">
                <a:off x="9124467" y="3394863"/>
                <a:ext cx="360000" cy="900000"/>
                <a:chOff x="10974050" y="4410803"/>
                <a:chExt cx="723411" cy="1726260"/>
              </a:xfrm>
              <a:grpFill/>
            </p:grpSpPr>
            <p:cxnSp>
              <p:nvCxnSpPr>
                <p:cNvPr id="1270" name="コネクタ: カギ線 1269">
                  <a:extLst>
                    <a:ext uri="{FF2B5EF4-FFF2-40B4-BE49-F238E27FC236}">
                      <a16:creationId xmlns:a16="http://schemas.microsoft.com/office/drawing/2014/main" id="{F42CA9F6-84B6-540B-A974-826069D148C0}"/>
                    </a:ext>
                  </a:extLst>
                </p:cNvPr>
                <p:cNvCxnSpPr>
                  <a:cxnSpLocks/>
                </p:cNvCxnSpPr>
                <p:nvPr/>
              </p:nvCxnSpPr>
              <p:spPr>
                <a:xfrm rot="16200000" flipH="1">
                  <a:off x="10516848" y="4958007"/>
                  <a:ext cx="1637815" cy="633410"/>
                </a:xfrm>
                <a:prstGeom prst="bentConnector3">
                  <a:avLst>
                    <a:gd name="adj1" fmla="val 50000"/>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1271" name="楕円 1270">
                  <a:extLst>
                    <a:ext uri="{FF2B5EF4-FFF2-40B4-BE49-F238E27FC236}">
                      <a16:creationId xmlns:a16="http://schemas.microsoft.com/office/drawing/2014/main" id="{6C12BDFC-E9BB-81CF-B713-ECDB3A39D383}"/>
                    </a:ext>
                  </a:extLst>
                </p:cNvPr>
                <p:cNvSpPr/>
                <p:nvPr/>
              </p:nvSpPr>
              <p:spPr>
                <a:xfrm>
                  <a:off x="10974050" y="441080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72" name="楕円 1271">
                  <a:extLst>
                    <a:ext uri="{FF2B5EF4-FFF2-40B4-BE49-F238E27FC236}">
                      <a16:creationId xmlns:a16="http://schemas.microsoft.com/office/drawing/2014/main" id="{8BF24AF6-EF95-E0D8-7261-9FF39C158DF0}"/>
                    </a:ext>
                  </a:extLst>
                </p:cNvPr>
                <p:cNvSpPr/>
                <p:nvPr/>
              </p:nvSpPr>
              <p:spPr>
                <a:xfrm>
                  <a:off x="11607461" y="604706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62" name="グループ化 1261">
                <a:extLst>
                  <a:ext uri="{FF2B5EF4-FFF2-40B4-BE49-F238E27FC236}">
                    <a16:creationId xmlns:a16="http://schemas.microsoft.com/office/drawing/2014/main" id="{A47FBA6B-34B8-0C5F-B34D-B0158D99DA9C}"/>
                  </a:ext>
                </a:extLst>
              </p:cNvPr>
              <p:cNvGrpSpPr>
                <a:grpSpLocks noChangeAspect="1"/>
              </p:cNvGrpSpPr>
              <p:nvPr/>
            </p:nvGrpSpPr>
            <p:grpSpPr>
              <a:xfrm>
                <a:off x="8490493" y="2861780"/>
                <a:ext cx="72000" cy="1080000"/>
                <a:chOff x="8774478" y="2962651"/>
                <a:chExt cx="78776" cy="1124716"/>
              </a:xfrm>
              <a:grpFill/>
            </p:grpSpPr>
            <p:cxnSp>
              <p:nvCxnSpPr>
                <p:cNvPr id="1267" name="直線コネクタ 1266">
                  <a:extLst>
                    <a:ext uri="{FF2B5EF4-FFF2-40B4-BE49-F238E27FC236}">
                      <a16:creationId xmlns:a16="http://schemas.microsoft.com/office/drawing/2014/main" id="{FAC113F7-48E5-49A8-E0E0-1407B911F810}"/>
                    </a:ext>
                  </a:extLst>
                </p:cNvPr>
                <p:cNvCxnSpPr>
                  <a:cxnSpLocks/>
                </p:cNvCxnSpPr>
                <p:nvPr/>
              </p:nvCxnSpPr>
              <p:spPr>
                <a:xfrm>
                  <a:off x="8811828" y="2985009"/>
                  <a:ext cx="10852" cy="1080000"/>
                </a:xfrm>
                <a:prstGeom prst="line">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1268" name="楕円 1267">
                  <a:extLst>
                    <a:ext uri="{FF2B5EF4-FFF2-40B4-BE49-F238E27FC236}">
                      <a16:creationId xmlns:a16="http://schemas.microsoft.com/office/drawing/2014/main" id="{73C537EA-F4AA-F342-3829-309D8C60C7CF}"/>
                    </a:ext>
                  </a:extLst>
                </p:cNvPr>
                <p:cNvSpPr/>
                <p:nvPr/>
              </p:nvSpPr>
              <p:spPr>
                <a:xfrm>
                  <a:off x="8774478" y="2962651"/>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69" name="楕円 1268">
                  <a:extLst>
                    <a:ext uri="{FF2B5EF4-FFF2-40B4-BE49-F238E27FC236}">
                      <a16:creationId xmlns:a16="http://schemas.microsoft.com/office/drawing/2014/main" id="{83EE6460-6AE7-E080-16C8-7709EE58CF70}"/>
                    </a:ext>
                  </a:extLst>
                </p:cNvPr>
                <p:cNvSpPr/>
                <p:nvPr/>
              </p:nvSpPr>
              <p:spPr>
                <a:xfrm>
                  <a:off x="8781254" y="4015367"/>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63" name="グループ化 1262">
                <a:extLst>
                  <a:ext uri="{FF2B5EF4-FFF2-40B4-BE49-F238E27FC236}">
                    <a16:creationId xmlns:a16="http://schemas.microsoft.com/office/drawing/2014/main" id="{53801238-0ABC-8DE5-8E2B-0105F8B07360}"/>
                  </a:ext>
                </a:extLst>
              </p:cNvPr>
              <p:cNvGrpSpPr>
                <a:grpSpLocks noChangeAspect="1"/>
              </p:cNvGrpSpPr>
              <p:nvPr/>
            </p:nvGrpSpPr>
            <p:grpSpPr>
              <a:xfrm>
                <a:off x="8648237" y="2861780"/>
                <a:ext cx="72000" cy="1080000"/>
                <a:chOff x="8774478" y="2962651"/>
                <a:chExt cx="78776" cy="1124716"/>
              </a:xfrm>
              <a:grpFill/>
            </p:grpSpPr>
            <p:cxnSp>
              <p:nvCxnSpPr>
                <p:cNvPr id="1264" name="直線コネクタ 1263">
                  <a:extLst>
                    <a:ext uri="{FF2B5EF4-FFF2-40B4-BE49-F238E27FC236}">
                      <a16:creationId xmlns:a16="http://schemas.microsoft.com/office/drawing/2014/main" id="{171217BC-3547-C1B3-9ADB-61D5024FA67A}"/>
                    </a:ext>
                  </a:extLst>
                </p:cNvPr>
                <p:cNvCxnSpPr>
                  <a:cxnSpLocks/>
                </p:cNvCxnSpPr>
                <p:nvPr/>
              </p:nvCxnSpPr>
              <p:spPr>
                <a:xfrm>
                  <a:off x="8811828" y="2985009"/>
                  <a:ext cx="10852" cy="1080000"/>
                </a:xfrm>
                <a:prstGeom prst="line">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1265" name="楕円 1264">
                  <a:extLst>
                    <a:ext uri="{FF2B5EF4-FFF2-40B4-BE49-F238E27FC236}">
                      <a16:creationId xmlns:a16="http://schemas.microsoft.com/office/drawing/2014/main" id="{A576204C-F82F-4765-79F9-ED7BE32ABC48}"/>
                    </a:ext>
                  </a:extLst>
                </p:cNvPr>
                <p:cNvSpPr/>
                <p:nvPr/>
              </p:nvSpPr>
              <p:spPr>
                <a:xfrm>
                  <a:off x="8774478" y="2962651"/>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66" name="楕円 1265">
                  <a:extLst>
                    <a:ext uri="{FF2B5EF4-FFF2-40B4-BE49-F238E27FC236}">
                      <a16:creationId xmlns:a16="http://schemas.microsoft.com/office/drawing/2014/main" id="{62354B7C-CBEE-C027-F210-9FD09A6B446C}"/>
                    </a:ext>
                  </a:extLst>
                </p:cNvPr>
                <p:cNvSpPr/>
                <p:nvPr/>
              </p:nvSpPr>
              <p:spPr>
                <a:xfrm>
                  <a:off x="8781254" y="4015367"/>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1204" name="グループ化 1203">
              <a:extLst>
                <a:ext uri="{FF2B5EF4-FFF2-40B4-BE49-F238E27FC236}">
                  <a16:creationId xmlns:a16="http://schemas.microsoft.com/office/drawing/2014/main" id="{BEE2627F-90A0-7211-0B1C-A8991069C2AD}"/>
                </a:ext>
              </a:extLst>
            </p:cNvPr>
            <p:cNvGrpSpPr>
              <a:grpSpLocks noChangeAspect="1"/>
            </p:cNvGrpSpPr>
            <p:nvPr/>
          </p:nvGrpSpPr>
          <p:grpSpPr>
            <a:xfrm rot="16200000">
              <a:off x="6776895" y="3760095"/>
              <a:ext cx="1800000" cy="1551724"/>
              <a:chOff x="8154186" y="2653138"/>
              <a:chExt cx="1800000" cy="1551724"/>
            </a:xfrm>
            <a:grpFill/>
          </p:grpSpPr>
          <p:sp>
            <p:nvSpPr>
              <p:cNvPr id="1232" name="六角形 1231">
                <a:extLst>
                  <a:ext uri="{FF2B5EF4-FFF2-40B4-BE49-F238E27FC236}">
                    <a16:creationId xmlns:a16="http://schemas.microsoft.com/office/drawing/2014/main" id="{1DB10F47-802C-5C2F-91E1-F1A049910A9F}"/>
                  </a:ext>
                </a:extLst>
              </p:cNvPr>
              <p:cNvSpPr>
                <a:spLocks noChangeAspect="1"/>
              </p:cNvSpPr>
              <p:nvPr/>
            </p:nvSpPr>
            <p:spPr>
              <a:xfrm>
                <a:off x="8154186" y="2653138"/>
                <a:ext cx="1800000" cy="1551724"/>
              </a:xfrm>
              <a:prstGeom prst="hexagon">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233" name="グループ化 1232">
                <a:extLst>
                  <a:ext uri="{FF2B5EF4-FFF2-40B4-BE49-F238E27FC236}">
                    <a16:creationId xmlns:a16="http://schemas.microsoft.com/office/drawing/2014/main" id="{D2F1987A-7073-2476-A5BC-D2E95FB6C1E9}"/>
                  </a:ext>
                </a:extLst>
              </p:cNvPr>
              <p:cNvGrpSpPr>
                <a:grpSpLocks noChangeAspect="1"/>
              </p:cNvGrpSpPr>
              <p:nvPr/>
            </p:nvGrpSpPr>
            <p:grpSpPr>
              <a:xfrm rot="10800000">
                <a:off x="8514186" y="2775673"/>
                <a:ext cx="1080000" cy="540000"/>
                <a:chOff x="10270575" y="5615231"/>
                <a:chExt cx="1671150" cy="956776"/>
              </a:xfrm>
              <a:grpFill/>
            </p:grpSpPr>
            <p:cxnSp>
              <p:nvCxnSpPr>
                <p:cNvPr id="1254" name="コネクタ: カギ線 1253">
                  <a:extLst>
                    <a:ext uri="{FF2B5EF4-FFF2-40B4-BE49-F238E27FC236}">
                      <a16:creationId xmlns:a16="http://schemas.microsoft.com/office/drawing/2014/main" id="{73C22FFD-D3C8-51D0-E0C5-A969CA6854BE}"/>
                    </a:ext>
                  </a:extLst>
                </p:cNvPr>
                <p:cNvCxnSpPr>
                  <a:cxnSpLocks/>
                </p:cNvCxnSpPr>
                <p:nvPr/>
              </p:nvCxnSpPr>
              <p:spPr>
                <a:xfrm>
                  <a:off x="10315575" y="5660232"/>
                  <a:ext cx="1581150" cy="866775"/>
                </a:xfrm>
                <a:prstGeom prst="bentConnector3">
                  <a:avLst>
                    <a:gd name="adj1" fmla="val 54819"/>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1255" name="楕円 1254">
                  <a:extLst>
                    <a:ext uri="{FF2B5EF4-FFF2-40B4-BE49-F238E27FC236}">
                      <a16:creationId xmlns:a16="http://schemas.microsoft.com/office/drawing/2014/main" id="{F3627C16-5DCE-288A-EB57-60C724106F26}"/>
                    </a:ext>
                  </a:extLst>
                </p:cNvPr>
                <p:cNvSpPr/>
                <p:nvPr/>
              </p:nvSpPr>
              <p:spPr>
                <a:xfrm>
                  <a:off x="10270575" y="5615231"/>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56" name="楕円 1255">
                  <a:extLst>
                    <a:ext uri="{FF2B5EF4-FFF2-40B4-BE49-F238E27FC236}">
                      <a16:creationId xmlns:a16="http://schemas.microsoft.com/office/drawing/2014/main" id="{5BE8F629-09D0-2C01-6FCB-31660FF12D17}"/>
                    </a:ext>
                  </a:extLst>
                </p:cNvPr>
                <p:cNvSpPr/>
                <p:nvPr/>
              </p:nvSpPr>
              <p:spPr>
                <a:xfrm>
                  <a:off x="11851725" y="6482007"/>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34" name="グループ化 1233">
                <a:extLst>
                  <a:ext uri="{FF2B5EF4-FFF2-40B4-BE49-F238E27FC236}">
                    <a16:creationId xmlns:a16="http://schemas.microsoft.com/office/drawing/2014/main" id="{12EC9039-2D2F-DEF4-A283-A3A9226FA416}"/>
                  </a:ext>
                </a:extLst>
              </p:cNvPr>
              <p:cNvGrpSpPr>
                <a:grpSpLocks noChangeAspect="1"/>
              </p:cNvGrpSpPr>
              <p:nvPr/>
            </p:nvGrpSpPr>
            <p:grpSpPr>
              <a:xfrm rot="10800000" flipV="1">
                <a:off x="8829186" y="2889000"/>
                <a:ext cx="450000" cy="540000"/>
                <a:chOff x="9214377" y="4613619"/>
                <a:chExt cx="955698" cy="1013184"/>
              </a:xfrm>
              <a:grpFill/>
            </p:grpSpPr>
            <p:cxnSp>
              <p:nvCxnSpPr>
                <p:cNvPr id="1251" name="コネクタ: カギ線 1250">
                  <a:extLst>
                    <a:ext uri="{FF2B5EF4-FFF2-40B4-BE49-F238E27FC236}">
                      <a16:creationId xmlns:a16="http://schemas.microsoft.com/office/drawing/2014/main" id="{D4C6F504-C030-FF55-6892-A383DB59468C}"/>
                    </a:ext>
                  </a:extLst>
                </p:cNvPr>
                <p:cNvCxnSpPr>
                  <a:cxnSpLocks/>
                </p:cNvCxnSpPr>
                <p:nvPr/>
              </p:nvCxnSpPr>
              <p:spPr>
                <a:xfrm rot="5400000" flipH="1" flipV="1">
                  <a:off x="9230635" y="4687363"/>
                  <a:ext cx="923182" cy="865697"/>
                </a:xfrm>
                <a:prstGeom prst="bentConnector3">
                  <a:avLst>
                    <a:gd name="adj1" fmla="val -97542"/>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1252" name="楕円 1251">
                  <a:extLst>
                    <a:ext uri="{FF2B5EF4-FFF2-40B4-BE49-F238E27FC236}">
                      <a16:creationId xmlns:a16="http://schemas.microsoft.com/office/drawing/2014/main" id="{4997EA01-14AD-644D-3357-4A9261AB92BB}"/>
                    </a:ext>
                  </a:extLst>
                </p:cNvPr>
                <p:cNvSpPr/>
                <p:nvPr/>
              </p:nvSpPr>
              <p:spPr>
                <a:xfrm>
                  <a:off x="9214377" y="553680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53" name="楕円 1252">
                  <a:extLst>
                    <a:ext uri="{FF2B5EF4-FFF2-40B4-BE49-F238E27FC236}">
                      <a16:creationId xmlns:a16="http://schemas.microsoft.com/office/drawing/2014/main" id="{38994298-735F-F013-D25D-CE29AD97024E}"/>
                    </a:ext>
                  </a:extLst>
                </p:cNvPr>
                <p:cNvSpPr/>
                <p:nvPr/>
              </p:nvSpPr>
              <p:spPr>
                <a:xfrm>
                  <a:off x="10080075" y="4613619"/>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35" name="グループ化 1234">
                <a:extLst>
                  <a:ext uri="{FF2B5EF4-FFF2-40B4-BE49-F238E27FC236}">
                    <a16:creationId xmlns:a16="http://schemas.microsoft.com/office/drawing/2014/main" id="{104510B1-22F8-EDD0-D869-C0A93CEF10E2}"/>
                  </a:ext>
                </a:extLst>
              </p:cNvPr>
              <p:cNvGrpSpPr>
                <a:grpSpLocks noChangeAspect="1"/>
              </p:cNvGrpSpPr>
              <p:nvPr/>
            </p:nvGrpSpPr>
            <p:grpSpPr>
              <a:xfrm rot="16200000">
                <a:off x="9084186" y="3099000"/>
                <a:ext cx="300000" cy="360000"/>
                <a:chOff x="9214377" y="4613619"/>
                <a:chExt cx="955698" cy="1013184"/>
              </a:xfrm>
              <a:grpFill/>
            </p:grpSpPr>
            <p:cxnSp>
              <p:nvCxnSpPr>
                <p:cNvPr id="1248" name="コネクタ: カギ線 1247">
                  <a:extLst>
                    <a:ext uri="{FF2B5EF4-FFF2-40B4-BE49-F238E27FC236}">
                      <a16:creationId xmlns:a16="http://schemas.microsoft.com/office/drawing/2014/main" id="{7F555F8F-6FA9-505A-AF85-595BB614969B}"/>
                    </a:ext>
                  </a:extLst>
                </p:cNvPr>
                <p:cNvCxnSpPr>
                  <a:cxnSpLocks/>
                </p:cNvCxnSpPr>
                <p:nvPr/>
              </p:nvCxnSpPr>
              <p:spPr>
                <a:xfrm rot="5400000" flipH="1" flipV="1">
                  <a:off x="9230635" y="4687363"/>
                  <a:ext cx="923182" cy="865697"/>
                </a:xfrm>
                <a:prstGeom prst="bentConnector3">
                  <a:avLst>
                    <a:gd name="adj1" fmla="val -97542"/>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1249" name="楕円 1248">
                  <a:extLst>
                    <a:ext uri="{FF2B5EF4-FFF2-40B4-BE49-F238E27FC236}">
                      <a16:creationId xmlns:a16="http://schemas.microsoft.com/office/drawing/2014/main" id="{E900F847-552D-229B-7E14-28B5034FA583}"/>
                    </a:ext>
                  </a:extLst>
                </p:cNvPr>
                <p:cNvSpPr/>
                <p:nvPr/>
              </p:nvSpPr>
              <p:spPr>
                <a:xfrm>
                  <a:off x="9214377" y="553680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50" name="楕円 1249">
                  <a:extLst>
                    <a:ext uri="{FF2B5EF4-FFF2-40B4-BE49-F238E27FC236}">
                      <a16:creationId xmlns:a16="http://schemas.microsoft.com/office/drawing/2014/main" id="{DC26C954-3DE4-44A7-483D-F97BA48A00E6}"/>
                    </a:ext>
                  </a:extLst>
                </p:cNvPr>
                <p:cNvSpPr/>
                <p:nvPr/>
              </p:nvSpPr>
              <p:spPr>
                <a:xfrm>
                  <a:off x="10080075" y="4613619"/>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36" name="グループ化 1235">
                <a:extLst>
                  <a:ext uri="{FF2B5EF4-FFF2-40B4-BE49-F238E27FC236}">
                    <a16:creationId xmlns:a16="http://schemas.microsoft.com/office/drawing/2014/main" id="{6E2FE9BE-DDE8-B964-BB50-573ADBE61667}"/>
                  </a:ext>
                </a:extLst>
              </p:cNvPr>
              <p:cNvGrpSpPr>
                <a:grpSpLocks noChangeAspect="1"/>
              </p:cNvGrpSpPr>
              <p:nvPr/>
            </p:nvGrpSpPr>
            <p:grpSpPr>
              <a:xfrm rot="5400000">
                <a:off x="9124467" y="3394863"/>
                <a:ext cx="360000" cy="900000"/>
                <a:chOff x="10974050" y="4410803"/>
                <a:chExt cx="723411" cy="1726260"/>
              </a:xfrm>
              <a:grpFill/>
            </p:grpSpPr>
            <p:cxnSp>
              <p:nvCxnSpPr>
                <p:cNvPr id="1245" name="コネクタ: カギ線 1244">
                  <a:extLst>
                    <a:ext uri="{FF2B5EF4-FFF2-40B4-BE49-F238E27FC236}">
                      <a16:creationId xmlns:a16="http://schemas.microsoft.com/office/drawing/2014/main" id="{6BD0631F-7730-583E-906B-CBE9F86D90BD}"/>
                    </a:ext>
                  </a:extLst>
                </p:cNvPr>
                <p:cNvCxnSpPr>
                  <a:cxnSpLocks/>
                </p:cNvCxnSpPr>
                <p:nvPr/>
              </p:nvCxnSpPr>
              <p:spPr>
                <a:xfrm rot="16200000" flipH="1">
                  <a:off x="10516848" y="4958007"/>
                  <a:ext cx="1637815" cy="633410"/>
                </a:xfrm>
                <a:prstGeom prst="bentConnector3">
                  <a:avLst>
                    <a:gd name="adj1" fmla="val 50000"/>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1246" name="楕円 1245">
                  <a:extLst>
                    <a:ext uri="{FF2B5EF4-FFF2-40B4-BE49-F238E27FC236}">
                      <a16:creationId xmlns:a16="http://schemas.microsoft.com/office/drawing/2014/main" id="{76A7F19F-A03E-6F4C-B874-47FE31B552E2}"/>
                    </a:ext>
                  </a:extLst>
                </p:cNvPr>
                <p:cNvSpPr/>
                <p:nvPr/>
              </p:nvSpPr>
              <p:spPr>
                <a:xfrm>
                  <a:off x="10974050" y="441080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47" name="楕円 1246">
                  <a:extLst>
                    <a:ext uri="{FF2B5EF4-FFF2-40B4-BE49-F238E27FC236}">
                      <a16:creationId xmlns:a16="http://schemas.microsoft.com/office/drawing/2014/main" id="{81C8B4F6-328A-5BB6-83DC-FF0066FFE3EF}"/>
                    </a:ext>
                  </a:extLst>
                </p:cNvPr>
                <p:cNvSpPr/>
                <p:nvPr/>
              </p:nvSpPr>
              <p:spPr>
                <a:xfrm>
                  <a:off x="11607461" y="604706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37" name="グループ化 1236">
                <a:extLst>
                  <a:ext uri="{FF2B5EF4-FFF2-40B4-BE49-F238E27FC236}">
                    <a16:creationId xmlns:a16="http://schemas.microsoft.com/office/drawing/2014/main" id="{BA9BE2B3-D239-9E17-6228-C51B9595729B}"/>
                  </a:ext>
                </a:extLst>
              </p:cNvPr>
              <p:cNvGrpSpPr>
                <a:grpSpLocks noChangeAspect="1"/>
              </p:cNvGrpSpPr>
              <p:nvPr/>
            </p:nvGrpSpPr>
            <p:grpSpPr>
              <a:xfrm>
                <a:off x="8490493" y="2861780"/>
                <a:ext cx="72000" cy="1080000"/>
                <a:chOff x="8774478" y="2962651"/>
                <a:chExt cx="78776" cy="1124716"/>
              </a:xfrm>
              <a:grpFill/>
            </p:grpSpPr>
            <p:cxnSp>
              <p:nvCxnSpPr>
                <p:cNvPr id="1242" name="直線コネクタ 1241">
                  <a:extLst>
                    <a:ext uri="{FF2B5EF4-FFF2-40B4-BE49-F238E27FC236}">
                      <a16:creationId xmlns:a16="http://schemas.microsoft.com/office/drawing/2014/main" id="{95754C92-EA20-8C8E-AF7F-24B02F6ADF00}"/>
                    </a:ext>
                  </a:extLst>
                </p:cNvPr>
                <p:cNvCxnSpPr>
                  <a:cxnSpLocks/>
                </p:cNvCxnSpPr>
                <p:nvPr/>
              </p:nvCxnSpPr>
              <p:spPr>
                <a:xfrm>
                  <a:off x="8811828" y="2985009"/>
                  <a:ext cx="10852" cy="1080000"/>
                </a:xfrm>
                <a:prstGeom prst="line">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1243" name="楕円 1242">
                  <a:extLst>
                    <a:ext uri="{FF2B5EF4-FFF2-40B4-BE49-F238E27FC236}">
                      <a16:creationId xmlns:a16="http://schemas.microsoft.com/office/drawing/2014/main" id="{6C296E3A-12A5-192E-B0F2-9276F5B551C4}"/>
                    </a:ext>
                  </a:extLst>
                </p:cNvPr>
                <p:cNvSpPr/>
                <p:nvPr/>
              </p:nvSpPr>
              <p:spPr>
                <a:xfrm>
                  <a:off x="8774478" y="2962651"/>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44" name="楕円 1243">
                  <a:extLst>
                    <a:ext uri="{FF2B5EF4-FFF2-40B4-BE49-F238E27FC236}">
                      <a16:creationId xmlns:a16="http://schemas.microsoft.com/office/drawing/2014/main" id="{3CBEEA54-0EDA-8103-B05D-2765844521D7}"/>
                    </a:ext>
                  </a:extLst>
                </p:cNvPr>
                <p:cNvSpPr/>
                <p:nvPr/>
              </p:nvSpPr>
              <p:spPr>
                <a:xfrm>
                  <a:off x="8781254" y="4015367"/>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38" name="グループ化 1237">
                <a:extLst>
                  <a:ext uri="{FF2B5EF4-FFF2-40B4-BE49-F238E27FC236}">
                    <a16:creationId xmlns:a16="http://schemas.microsoft.com/office/drawing/2014/main" id="{723619A4-08DA-5F7F-A040-B6F576255221}"/>
                  </a:ext>
                </a:extLst>
              </p:cNvPr>
              <p:cNvGrpSpPr>
                <a:grpSpLocks noChangeAspect="1"/>
              </p:cNvGrpSpPr>
              <p:nvPr/>
            </p:nvGrpSpPr>
            <p:grpSpPr>
              <a:xfrm>
                <a:off x="8648237" y="2861780"/>
                <a:ext cx="72000" cy="1080000"/>
                <a:chOff x="8774478" y="2962651"/>
                <a:chExt cx="78776" cy="1124716"/>
              </a:xfrm>
              <a:grpFill/>
            </p:grpSpPr>
            <p:cxnSp>
              <p:nvCxnSpPr>
                <p:cNvPr id="1239" name="直線コネクタ 1238">
                  <a:extLst>
                    <a:ext uri="{FF2B5EF4-FFF2-40B4-BE49-F238E27FC236}">
                      <a16:creationId xmlns:a16="http://schemas.microsoft.com/office/drawing/2014/main" id="{C3B192FA-B90E-FAC6-27BD-F57A5546EDAD}"/>
                    </a:ext>
                  </a:extLst>
                </p:cNvPr>
                <p:cNvCxnSpPr>
                  <a:cxnSpLocks/>
                </p:cNvCxnSpPr>
                <p:nvPr/>
              </p:nvCxnSpPr>
              <p:spPr>
                <a:xfrm>
                  <a:off x="8811828" y="2985009"/>
                  <a:ext cx="10852" cy="1080000"/>
                </a:xfrm>
                <a:prstGeom prst="line">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1240" name="楕円 1239">
                  <a:extLst>
                    <a:ext uri="{FF2B5EF4-FFF2-40B4-BE49-F238E27FC236}">
                      <a16:creationId xmlns:a16="http://schemas.microsoft.com/office/drawing/2014/main" id="{EEDBB54F-38EA-D8C9-76F7-EE0174F415F5}"/>
                    </a:ext>
                  </a:extLst>
                </p:cNvPr>
                <p:cNvSpPr/>
                <p:nvPr/>
              </p:nvSpPr>
              <p:spPr>
                <a:xfrm>
                  <a:off x="8774478" y="2962651"/>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41" name="楕円 1240">
                  <a:extLst>
                    <a:ext uri="{FF2B5EF4-FFF2-40B4-BE49-F238E27FC236}">
                      <a16:creationId xmlns:a16="http://schemas.microsoft.com/office/drawing/2014/main" id="{44E95E41-BDA5-B7A9-62D5-9DA06C98F695}"/>
                    </a:ext>
                  </a:extLst>
                </p:cNvPr>
                <p:cNvSpPr/>
                <p:nvPr/>
              </p:nvSpPr>
              <p:spPr>
                <a:xfrm>
                  <a:off x="8781254" y="4015367"/>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1205" name="グループ化 1204">
              <a:extLst>
                <a:ext uri="{FF2B5EF4-FFF2-40B4-BE49-F238E27FC236}">
                  <a16:creationId xmlns:a16="http://schemas.microsoft.com/office/drawing/2014/main" id="{CBC16013-3D3D-F85B-5458-B0F84A684956}"/>
                </a:ext>
              </a:extLst>
            </p:cNvPr>
            <p:cNvGrpSpPr/>
            <p:nvPr/>
          </p:nvGrpSpPr>
          <p:grpSpPr>
            <a:xfrm>
              <a:off x="10011660" y="3629468"/>
              <a:ext cx="1551724" cy="1800000"/>
              <a:chOff x="6110808" y="5058000"/>
              <a:chExt cx="1551724" cy="1800000"/>
            </a:xfrm>
            <a:grpFill/>
          </p:grpSpPr>
          <p:sp>
            <p:nvSpPr>
              <p:cNvPr id="1206" name="六角形 1205">
                <a:extLst>
                  <a:ext uri="{FF2B5EF4-FFF2-40B4-BE49-F238E27FC236}">
                    <a16:creationId xmlns:a16="http://schemas.microsoft.com/office/drawing/2014/main" id="{FFAE2073-C227-27B5-85CC-5A8C13A51EA3}"/>
                  </a:ext>
                </a:extLst>
              </p:cNvPr>
              <p:cNvSpPr>
                <a:spLocks noChangeAspect="1"/>
              </p:cNvSpPr>
              <p:nvPr/>
            </p:nvSpPr>
            <p:spPr>
              <a:xfrm rot="5400000">
                <a:off x="5986670" y="5182138"/>
                <a:ext cx="1800000" cy="1551724"/>
              </a:xfrm>
              <a:prstGeom prst="hexagon">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207" name="グループ化 1206">
                <a:extLst>
                  <a:ext uri="{FF2B5EF4-FFF2-40B4-BE49-F238E27FC236}">
                    <a16:creationId xmlns:a16="http://schemas.microsoft.com/office/drawing/2014/main" id="{06313C75-5418-5570-D19B-A13A0DC0163B}"/>
                  </a:ext>
                </a:extLst>
              </p:cNvPr>
              <p:cNvGrpSpPr/>
              <p:nvPr/>
            </p:nvGrpSpPr>
            <p:grpSpPr>
              <a:xfrm rot="16200000">
                <a:off x="6290807" y="5394307"/>
                <a:ext cx="1249190" cy="1263974"/>
                <a:chOff x="6290807" y="5394307"/>
                <a:chExt cx="1249190" cy="1263974"/>
              </a:xfrm>
              <a:grpFill/>
            </p:grpSpPr>
            <p:grpSp>
              <p:nvGrpSpPr>
                <p:cNvPr id="1208" name="グループ化 1207">
                  <a:extLst>
                    <a:ext uri="{FF2B5EF4-FFF2-40B4-BE49-F238E27FC236}">
                      <a16:creationId xmlns:a16="http://schemas.microsoft.com/office/drawing/2014/main" id="{B913BF66-56E1-4620-0628-7961D5F6B15C}"/>
                    </a:ext>
                  </a:extLst>
                </p:cNvPr>
                <p:cNvGrpSpPr>
                  <a:grpSpLocks noChangeAspect="1"/>
                </p:cNvGrpSpPr>
                <p:nvPr/>
              </p:nvGrpSpPr>
              <p:grpSpPr>
                <a:xfrm rot="16200000">
                  <a:off x="6729997" y="5688000"/>
                  <a:ext cx="1080000" cy="540000"/>
                  <a:chOff x="10270575" y="5615231"/>
                  <a:chExt cx="1671150" cy="956776"/>
                </a:xfrm>
                <a:grpFill/>
              </p:grpSpPr>
              <p:cxnSp>
                <p:nvCxnSpPr>
                  <p:cNvPr id="1229" name="コネクタ: カギ線 1228">
                    <a:extLst>
                      <a:ext uri="{FF2B5EF4-FFF2-40B4-BE49-F238E27FC236}">
                        <a16:creationId xmlns:a16="http://schemas.microsoft.com/office/drawing/2014/main" id="{AFFBAE6A-AEC6-F3B4-B3F5-5F9A3217DB45}"/>
                      </a:ext>
                    </a:extLst>
                  </p:cNvPr>
                  <p:cNvCxnSpPr>
                    <a:cxnSpLocks/>
                  </p:cNvCxnSpPr>
                  <p:nvPr/>
                </p:nvCxnSpPr>
                <p:spPr>
                  <a:xfrm>
                    <a:off x="10315575" y="5660232"/>
                    <a:ext cx="1581150" cy="866775"/>
                  </a:xfrm>
                  <a:prstGeom prst="bentConnector3">
                    <a:avLst>
                      <a:gd name="adj1" fmla="val 54819"/>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1230" name="楕円 1229">
                    <a:extLst>
                      <a:ext uri="{FF2B5EF4-FFF2-40B4-BE49-F238E27FC236}">
                        <a16:creationId xmlns:a16="http://schemas.microsoft.com/office/drawing/2014/main" id="{41C100FC-634A-251E-6ADE-0B0D8FA6EF46}"/>
                      </a:ext>
                    </a:extLst>
                  </p:cNvPr>
                  <p:cNvSpPr/>
                  <p:nvPr/>
                </p:nvSpPr>
                <p:spPr>
                  <a:xfrm>
                    <a:off x="10270575" y="5615231"/>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31" name="楕円 1230">
                    <a:extLst>
                      <a:ext uri="{FF2B5EF4-FFF2-40B4-BE49-F238E27FC236}">
                        <a16:creationId xmlns:a16="http://schemas.microsoft.com/office/drawing/2014/main" id="{1F354326-CE1B-069A-663C-3BACBF608BA1}"/>
                      </a:ext>
                    </a:extLst>
                  </p:cNvPr>
                  <p:cNvSpPr/>
                  <p:nvPr/>
                </p:nvSpPr>
                <p:spPr>
                  <a:xfrm>
                    <a:off x="11851725" y="6482007"/>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09" name="グループ化 1208">
                  <a:extLst>
                    <a:ext uri="{FF2B5EF4-FFF2-40B4-BE49-F238E27FC236}">
                      <a16:creationId xmlns:a16="http://schemas.microsoft.com/office/drawing/2014/main" id="{B7B6FFAA-5EBD-8F4F-8968-D55099DA7486}"/>
                    </a:ext>
                  </a:extLst>
                </p:cNvPr>
                <p:cNvGrpSpPr>
                  <a:grpSpLocks noChangeAspect="1"/>
                </p:cNvGrpSpPr>
                <p:nvPr/>
              </p:nvGrpSpPr>
              <p:grpSpPr>
                <a:xfrm rot="16200000" flipV="1">
                  <a:off x="6931670" y="5688000"/>
                  <a:ext cx="450000" cy="540000"/>
                  <a:chOff x="9214377" y="4613619"/>
                  <a:chExt cx="955698" cy="1013184"/>
                </a:xfrm>
                <a:grpFill/>
              </p:grpSpPr>
              <p:cxnSp>
                <p:nvCxnSpPr>
                  <p:cNvPr id="1226" name="コネクタ: カギ線 1225">
                    <a:extLst>
                      <a:ext uri="{FF2B5EF4-FFF2-40B4-BE49-F238E27FC236}">
                        <a16:creationId xmlns:a16="http://schemas.microsoft.com/office/drawing/2014/main" id="{87168C4C-B31F-3E4F-8A0A-46F317BF1A14}"/>
                      </a:ext>
                    </a:extLst>
                  </p:cNvPr>
                  <p:cNvCxnSpPr>
                    <a:cxnSpLocks/>
                  </p:cNvCxnSpPr>
                  <p:nvPr/>
                </p:nvCxnSpPr>
                <p:spPr>
                  <a:xfrm rot="5400000" flipH="1" flipV="1">
                    <a:off x="9230635" y="4687363"/>
                    <a:ext cx="923182" cy="865697"/>
                  </a:xfrm>
                  <a:prstGeom prst="bentConnector3">
                    <a:avLst>
                      <a:gd name="adj1" fmla="val -97542"/>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1227" name="楕円 1226">
                    <a:extLst>
                      <a:ext uri="{FF2B5EF4-FFF2-40B4-BE49-F238E27FC236}">
                        <a16:creationId xmlns:a16="http://schemas.microsoft.com/office/drawing/2014/main" id="{92953497-5CA0-4C51-FF42-9527AA5EC4C8}"/>
                      </a:ext>
                    </a:extLst>
                  </p:cNvPr>
                  <p:cNvSpPr/>
                  <p:nvPr/>
                </p:nvSpPr>
                <p:spPr>
                  <a:xfrm>
                    <a:off x="9214377" y="553680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28" name="楕円 1227">
                    <a:extLst>
                      <a:ext uri="{FF2B5EF4-FFF2-40B4-BE49-F238E27FC236}">
                        <a16:creationId xmlns:a16="http://schemas.microsoft.com/office/drawing/2014/main" id="{ED09B5FF-9B71-0E50-E24E-AFB469B41AD9}"/>
                      </a:ext>
                    </a:extLst>
                  </p:cNvPr>
                  <p:cNvSpPr/>
                  <p:nvPr/>
                </p:nvSpPr>
                <p:spPr>
                  <a:xfrm>
                    <a:off x="10080075" y="4613619"/>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10" name="グループ化 1209">
                  <a:extLst>
                    <a:ext uri="{FF2B5EF4-FFF2-40B4-BE49-F238E27FC236}">
                      <a16:creationId xmlns:a16="http://schemas.microsoft.com/office/drawing/2014/main" id="{F28533FF-8FB1-9B9C-99E1-7DAD15C4593C}"/>
                    </a:ext>
                  </a:extLst>
                </p:cNvPr>
                <p:cNvGrpSpPr>
                  <a:grpSpLocks noChangeAspect="1"/>
                </p:cNvGrpSpPr>
                <p:nvPr/>
              </p:nvGrpSpPr>
              <p:grpSpPr>
                <a:xfrm>
                  <a:off x="6886670" y="5958000"/>
                  <a:ext cx="300000" cy="360000"/>
                  <a:chOff x="9214377" y="4613619"/>
                  <a:chExt cx="955698" cy="1013184"/>
                </a:xfrm>
                <a:grpFill/>
              </p:grpSpPr>
              <p:cxnSp>
                <p:nvCxnSpPr>
                  <p:cNvPr id="1223" name="コネクタ: カギ線 1222">
                    <a:extLst>
                      <a:ext uri="{FF2B5EF4-FFF2-40B4-BE49-F238E27FC236}">
                        <a16:creationId xmlns:a16="http://schemas.microsoft.com/office/drawing/2014/main" id="{428A2F55-F95C-A8E1-9D20-7EFB156B5A2F}"/>
                      </a:ext>
                    </a:extLst>
                  </p:cNvPr>
                  <p:cNvCxnSpPr>
                    <a:cxnSpLocks/>
                  </p:cNvCxnSpPr>
                  <p:nvPr/>
                </p:nvCxnSpPr>
                <p:spPr>
                  <a:xfrm rot="5400000" flipH="1" flipV="1">
                    <a:off x="9230635" y="4687363"/>
                    <a:ext cx="923182" cy="865697"/>
                  </a:xfrm>
                  <a:prstGeom prst="bentConnector3">
                    <a:avLst>
                      <a:gd name="adj1" fmla="val -97542"/>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1224" name="楕円 1223">
                    <a:extLst>
                      <a:ext uri="{FF2B5EF4-FFF2-40B4-BE49-F238E27FC236}">
                        <a16:creationId xmlns:a16="http://schemas.microsoft.com/office/drawing/2014/main" id="{52289434-4E6B-9721-E5FB-B3B60D8ACE7B}"/>
                      </a:ext>
                    </a:extLst>
                  </p:cNvPr>
                  <p:cNvSpPr/>
                  <p:nvPr/>
                </p:nvSpPr>
                <p:spPr>
                  <a:xfrm>
                    <a:off x="9214377" y="553680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25" name="楕円 1224">
                    <a:extLst>
                      <a:ext uri="{FF2B5EF4-FFF2-40B4-BE49-F238E27FC236}">
                        <a16:creationId xmlns:a16="http://schemas.microsoft.com/office/drawing/2014/main" id="{DC15D012-B3DB-A148-D28C-574B0F644DF9}"/>
                      </a:ext>
                    </a:extLst>
                  </p:cNvPr>
                  <p:cNvSpPr/>
                  <p:nvPr/>
                </p:nvSpPr>
                <p:spPr>
                  <a:xfrm>
                    <a:off x="10080075" y="4613619"/>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11" name="グループ化 1210">
                  <a:extLst>
                    <a:ext uri="{FF2B5EF4-FFF2-40B4-BE49-F238E27FC236}">
                      <a16:creationId xmlns:a16="http://schemas.microsoft.com/office/drawing/2014/main" id="{9B6DA655-C57F-F6EF-0E02-74314F4359A1}"/>
                    </a:ext>
                  </a:extLst>
                </p:cNvPr>
                <p:cNvGrpSpPr>
                  <a:grpSpLocks noChangeAspect="1"/>
                </p:cNvGrpSpPr>
                <p:nvPr/>
              </p:nvGrpSpPr>
              <p:grpSpPr>
                <a:xfrm rot="10800000">
                  <a:off x="6290807" y="5758281"/>
                  <a:ext cx="360000" cy="900000"/>
                  <a:chOff x="10974050" y="4410803"/>
                  <a:chExt cx="723411" cy="1726260"/>
                </a:xfrm>
                <a:grpFill/>
              </p:grpSpPr>
              <p:cxnSp>
                <p:nvCxnSpPr>
                  <p:cNvPr id="1220" name="コネクタ: カギ線 1219">
                    <a:extLst>
                      <a:ext uri="{FF2B5EF4-FFF2-40B4-BE49-F238E27FC236}">
                        <a16:creationId xmlns:a16="http://schemas.microsoft.com/office/drawing/2014/main" id="{418F89F0-54DA-44D7-06C9-0499ACDB2F33}"/>
                      </a:ext>
                    </a:extLst>
                  </p:cNvPr>
                  <p:cNvCxnSpPr>
                    <a:cxnSpLocks/>
                  </p:cNvCxnSpPr>
                  <p:nvPr/>
                </p:nvCxnSpPr>
                <p:spPr>
                  <a:xfrm rot="16200000" flipH="1">
                    <a:off x="10516848" y="4958007"/>
                    <a:ext cx="1637815" cy="633410"/>
                  </a:xfrm>
                  <a:prstGeom prst="bentConnector3">
                    <a:avLst>
                      <a:gd name="adj1" fmla="val 50000"/>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1221" name="楕円 1220">
                    <a:extLst>
                      <a:ext uri="{FF2B5EF4-FFF2-40B4-BE49-F238E27FC236}">
                        <a16:creationId xmlns:a16="http://schemas.microsoft.com/office/drawing/2014/main" id="{7CAB4040-2AAB-CE1F-D14A-AFAA5FE9C502}"/>
                      </a:ext>
                    </a:extLst>
                  </p:cNvPr>
                  <p:cNvSpPr/>
                  <p:nvPr/>
                </p:nvSpPr>
                <p:spPr>
                  <a:xfrm>
                    <a:off x="10974050" y="441080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22" name="楕円 1221">
                    <a:extLst>
                      <a:ext uri="{FF2B5EF4-FFF2-40B4-BE49-F238E27FC236}">
                        <a16:creationId xmlns:a16="http://schemas.microsoft.com/office/drawing/2014/main" id="{98CAA869-2598-CDEA-B552-11EFD1528258}"/>
                      </a:ext>
                    </a:extLst>
                  </p:cNvPr>
                  <p:cNvSpPr/>
                  <p:nvPr/>
                </p:nvSpPr>
                <p:spPr>
                  <a:xfrm>
                    <a:off x="11607461" y="6047063"/>
                    <a:ext cx="90000" cy="90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12" name="グループ化 1211">
                  <a:extLst>
                    <a:ext uri="{FF2B5EF4-FFF2-40B4-BE49-F238E27FC236}">
                      <a16:creationId xmlns:a16="http://schemas.microsoft.com/office/drawing/2014/main" id="{7133ED84-52AA-6BD3-C955-41E53E5186A1}"/>
                    </a:ext>
                  </a:extLst>
                </p:cNvPr>
                <p:cNvGrpSpPr>
                  <a:grpSpLocks noChangeAspect="1"/>
                </p:cNvGrpSpPr>
                <p:nvPr/>
              </p:nvGrpSpPr>
              <p:grpSpPr>
                <a:xfrm rot="5400000">
                  <a:off x="6877890" y="4890307"/>
                  <a:ext cx="72000" cy="1080000"/>
                  <a:chOff x="8774478" y="2962651"/>
                  <a:chExt cx="78776" cy="1124716"/>
                </a:xfrm>
                <a:grpFill/>
              </p:grpSpPr>
              <p:cxnSp>
                <p:nvCxnSpPr>
                  <p:cNvPr id="1217" name="直線コネクタ 1216">
                    <a:extLst>
                      <a:ext uri="{FF2B5EF4-FFF2-40B4-BE49-F238E27FC236}">
                        <a16:creationId xmlns:a16="http://schemas.microsoft.com/office/drawing/2014/main" id="{D35E8E81-F36D-60DB-BDBE-D7946D1FF8E0}"/>
                      </a:ext>
                    </a:extLst>
                  </p:cNvPr>
                  <p:cNvCxnSpPr>
                    <a:cxnSpLocks/>
                  </p:cNvCxnSpPr>
                  <p:nvPr/>
                </p:nvCxnSpPr>
                <p:spPr>
                  <a:xfrm>
                    <a:off x="8811828" y="2985009"/>
                    <a:ext cx="10852" cy="1080000"/>
                  </a:xfrm>
                  <a:prstGeom prst="line">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1218" name="楕円 1217">
                    <a:extLst>
                      <a:ext uri="{FF2B5EF4-FFF2-40B4-BE49-F238E27FC236}">
                        <a16:creationId xmlns:a16="http://schemas.microsoft.com/office/drawing/2014/main" id="{790B227D-3001-BC8A-D421-5A1603792E2D}"/>
                      </a:ext>
                    </a:extLst>
                  </p:cNvPr>
                  <p:cNvSpPr/>
                  <p:nvPr/>
                </p:nvSpPr>
                <p:spPr>
                  <a:xfrm>
                    <a:off x="8774478" y="2962651"/>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19" name="楕円 1218">
                    <a:extLst>
                      <a:ext uri="{FF2B5EF4-FFF2-40B4-BE49-F238E27FC236}">
                        <a16:creationId xmlns:a16="http://schemas.microsoft.com/office/drawing/2014/main" id="{8F8A9525-0331-7C6F-4931-7481EA16CFD5}"/>
                      </a:ext>
                    </a:extLst>
                  </p:cNvPr>
                  <p:cNvSpPr/>
                  <p:nvPr/>
                </p:nvSpPr>
                <p:spPr>
                  <a:xfrm>
                    <a:off x="8781254" y="4015367"/>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13" name="グループ化 1212">
                  <a:extLst>
                    <a:ext uri="{FF2B5EF4-FFF2-40B4-BE49-F238E27FC236}">
                      <a16:creationId xmlns:a16="http://schemas.microsoft.com/office/drawing/2014/main" id="{44C0B463-4B78-C65D-34E2-6410A00ED29B}"/>
                    </a:ext>
                  </a:extLst>
                </p:cNvPr>
                <p:cNvGrpSpPr>
                  <a:grpSpLocks noChangeAspect="1"/>
                </p:cNvGrpSpPr>
                <p:nvPr/>
              </p:nvGrpSpPr>
              <p:grpSpPr>
                <a:xfrm rot="5400000">
                  <a:off x="6877890" y="5048051"/>
                  <a:ext cx="72000" cy="1080000"/>
                  <a:chOff x="8774478" y="2962651"/>
                  <a:chExt cx="78776" cy="1124716"/>
                </a:xfrm>
                <a:grpFill/>
              </p:grpSpPr>
              <p:cxnSp>
                <p:nvCxnSpPr>
                  <p:cNvPr id="1214" name="直線コネクタ 1213">
                    <a:extLst>
                      <a:ext uri="{FF2B5EF4-FFF2-40B4-BE49-F238E27FC236}">
                        <a16:creationId xmlns:a16="http://schemas.microsoft.com/office/drawing/2014/main" id="{97151D4B-3BB9-4BBC-1271-DAF4C9B296DA}"/>
                      </a:ext>
                    </a:extLst>
                  </p:cNvPr>
                  <p:cNvCxnSpPr>
                    <a:cxnSpLocks/>
                  </p:cNvCxnSpPr>
                  <p:nvPr/>
                </p:nvCxnSpPr>
                <p:spPr>
                  <a:xfrm>
                    <a:off x="8811828" y="2985009"/>
                    <a:ext cx="10852" cy="1080000"/>
                  </a:xfrm>
                  <a:prstGeom prst="line">
                    <a:avLst/>
                  </a:prstGeom>
                  <a:grpFill/>
                  <a:ln w="28575">
                    <a:solidFill>
                      <a:srgbClr val="17008C"/>
                    </a:solidFill>
                  </a:ln>
                </p:spPr>
                <p:style>
                  <a:lnRef idx="2">
                    <a:schemeClr val="accent1"/>
                  </a:lnRef>
                  <a:fillRef idx="0">
                    <a:schemeClr val="accent1"/>
                  </a:fillRef>
                  <a:effectRef idx="1">
                    <a:schemeClr val="accent1"/>
                  </a:effectRef>
                  <a:fontRef idx="minor">
                    <a:schemeClr val="tx1"/>
                  </a:fontRef>
                </p:style>
              </p:cxnSp>
              <p:sp>
                <p:nvSpPr>
                  <p:cNvPr id="1215" name="楕円 1214">
                    <a:extLst>
                      <a:ext uri="{FF2B5EF4-FFF2-40B4-BE49-F238E27FC236}">
                        <a16:creationId xmlns:a16="http://schemas.microsoft.com/office/drawing/2014/main" id="{78FAF420-F40A-2E5C-0D96-E4E67EB1F7EE}"/>
                      </a:ext>
                    </a:extLst>
                  </p:cNvPr>
                  <p:cNvSpPr/>
                  <p:nvPr/>
                </p:nvSpPr>
                <p:spPr>
                  <a:xfrm>
                    <a:off x="8774478" y="2962651"/>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16" name="楕円 1215">
                    <a:extLst>
                      <a:ext uri="{FF2B5EF4-FFF2-40B4-BE49-F238E27FC236}">
                        <a16:creationId xmlns:a16="http://schemas.microsoft.com/office/drawing/2014/main" id="{DBBA8F9E-7919-DC1C-E5AB-829EE21FCEFA}"/>
                      </a:ext>
                    </a:extLst>
                  </p:cNvPr>
                  <p:cNvSpPr/>
                  <p:nvPr/>
                </p:nvSpPr>
                <p:spPr>
                  <a:xfrm>
                    <a:off x="8781254" y="4015367"/>
                    <a:ext cx="72000" cy="72000"/>
                  </a:xfrm>
                  <a:prstGeom prst="ellipse">
                    <a:avLst/>
                  </a:prstGeom>
                  <a:grpFill/>
                  <a:ln w="28575">
                    <a:solidFill>
                      <a:srgbClr val="1700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grpSp>
      <p:grpSp>
        <p:nvGrpSpPr>
          <p:cNvPr id="1701" name="グループ化 1700">
            <a:extLst>
              <a:ext uri="{FF2B5EF4-FFF2-40B4-BE49-F238E27FC236}">
                <a16:creationId xmlns:a16="http://schemas.microsoft.com/office/drawing/2014/main" id="{AF85D020-E6D5-FB11-AA58-54B18337F54D}"/>
              </a:ext>
            </a:extLst>
          </p:cNvPr>
          <p:cNvGrpSpPr/>
          <p:nvPr/>
        </p:nvGrpSpPr>
        <p:grpSpPr>
          <a:xfrm>
            <a:off x="4086552" y="2099221"/>
            <a:ext cx="2285451" cy="2651123"/>
            <a:chOff x="1555564" y="1668151"/>
            <a:chExt cx="2285451" cy="2651123"/>
          </a:xfrm>
        </p:grpSpPr>
        <p:sp>
          <p:nvSpPr>
            <p:cNvPr id="1688" name="六角形 1687">
              <a:extLst>
                <a:ext uri="{FF2B5EF4-FFF2-40B4-BE49-F238E27FC236}">
                  <a16:creationId xmlns:a16="http://schemas.microsoft.com/office/drawing/2014/main" id="{C454900D-D0F5-2EAF-0769-B5EA4866FD7D}"/>
                </a:ext>
              </a:extLst>
            </p:cNvPr>
            <p:cNvSpPr>
              <a:spLocks noChangeAspect="1"/>
            </p:cNvSpPr>
            <p:nvPr/>
          </p:nvSpPr>
          <p:spPr>
            <a:xfrm rot="5400000">
              <a:off x="1372728" y="1850987"/>
              <a:ext cx="2651123" cy="2285451"/>
            </a:xfrm>
            <a:prstGeom prst="hexagon">
              <a:avLst/>
            </a:prstGeom>
            <a:solidFill>
              <a:schemeClr val="accent3">
                <a:lumMod val="60000"/>
                <a:lumOff val="40000"/>
              </a:schemeClr>
            </a:solidFill>
            <a:ln>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700" name="グループ化 1699">
              <a:extLst>
                <a:ext uri="{FF2B5EF4-FFF2-40B4-BE49-F238E27FC236}">
                  <a16:creationId xmlns:a16="http://schemas.microsoft.com/office/drawing/2014/main" id="{ED7321FB-FFCC-149F-B9F3-1DD8DD777E96}"/>
                </a:ext>
              </a:extLst>
            </p:cNvPr>
            <p:cNvGrpSpPr/>
            <p:nvPr/>
          </p:nvGrpSpPr>
          <p:grpSpPr>
            <a:xfrm>
              <a:off x="1933320" y="2257010"/>
              <a:ext cx="1529938" cy="1473403"/>
              <a:chOff x="1950749" y="2347320"/>
              <a:chExt cx="1529938" cy="1473403"/>
            </a:xfrm>
          </p:grpSpPr>
          <p:grpSp>
            <p:nvGrpSpPr>
              <p:cNvPr id="1695" name="グループ化 1694">
                <a:extLst>
                  <a:ext uri="{FF2B5EF4-FFF2-40B4-BE49-F238E27FC236}">
                    <a16:creationId xmlns:a16="http://schemas.microsoft.com/office/drawing/2014/main" id="{C109CC26-32AB-1803-F1DD-2D0B5630DA4E}"/>
                  </a:ext>
                </a:extLst>
              </p:cNvPr>
              <p:cNvGrpSpPr/>
              <p:nvPr/>
            </p:nvGrpSpPr>
            <p:grpSpPr>
              <a:xfrm>
                <a:off x="2317736" y="2347320"/>
                <a:ext cx="1162951" cy="1403342"/>
                <a:chOff x="2123172" y="2425372"/>
                <a:chExt cx="1162951" cy="1403342"/>
              </a:xfrm>
              <a:effectLst>
                <a:outerShdw dist="38100" dir="2700000" algn="tl" rotWithShape="0">
                  <a:schemeClr val="accent3">
                    <a:lumMod val="60000"/>
                    <a:lumOff val="40000"/>
                  </a:schemeClr>
                </a:outerShdw>
              </a:effectLst>
            </p:grpSpPr>
            <p:sp>
              <p:nvSpPr>
                <p:cNvPr id="1696" name="フローチャート: 抜出し 1695">
                  <a:extLst>
                    <a:ext uri="{FF2B5EF4-FFF2-40B4-BE49-F238E27FC236}">
                      <a16:creationId xmlns:a16="http://schemas.microsoft.com/office/drawing/2014/main" id="{8B335690-88B6-9294-9636-F42FF1B4FFE7}"/>
                    </a:ext>
                  </a:extLst>
                </p:cNvPr>
                <p:cNvSpPr/>
                <p:nvPr/>
              </p:nvSpPr>
              <p:spPr>
                <a:xfrm>
                  <a:off x="2123172" y="2770162"/>
                  <a:ext cx="1162951" cy="1058552"/>
                </a:xfrm>
                <a:prstGeom prst="flowChartExtra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97" name="正方形/長方形 1696">
                  <a:extLst>
                    <a:ext uri="{FF2B5EF4-FFF2-40B4-BE49-F238E27FC236}">
                      <a16:creationId xmlns:a16="http://schemas.microsoft.com/office/drawing/2014/main" id="{468C9046-7204-760F-D386-47DCB5D25534}"/>
                    </a:ext>
                  </a:extLst>
                </p:cNvPr>
                <p:cNvSpPr/>
                <p:nvPr/>
              </p:nvSpPr>
              <p:spPr>
                <a:xfrm>
                  <a:off x="2458167" y="2425372"/>
                  <a:ext cx="480242" cy="10661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99" name="正方形/長方形 1698">
                  <a:extLst>
                    <a:ext uri="{FF2B5EF4-FFF2-40B4-BE49-F238E27FC236}">
                      <a16:creationId xmlns:a16="http://schemas.microsoft.com/office/drawing/2014/main" id="{1B0052D9-8B53-24EC-2345-18D199985856}"/>
                    </a:ext>
                  </a:extLst>
                </p:cNvPr>
                <p:cNvSpPr/>
                <p:nvPr/>
              </p:nvSpPr>
              <p:spPr>
                <a:xfrm>
                  <a:off x="2556280" y="2495433"/>
                  <a:ext cx="284017" cy="6181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694" name="グループ化 1693">
                <a:extLst>
                  <a:ext uri="{FF2B5EF4-FFF2-40B4-BE49-F238E27FC236}">
                    <a16:creationId xmlns:a16="http://schemas.microsoft.com/office/drawing/2014/main" id="{24F91CFA-5FE1-FBE4-005A-061572690C2B}"/>
                  </a:ext>
                </a:extLst>
              </p:cNvPr>
              <p:cNvGrpSpPr/>
              <p:nvPr/>
            </p:nvGrpSpPr>
            <p:grpSpPr>
              <a:xfrm>
                <a:off x="1950749" y="2417381"/>
                <a:ext cx="1162951" cy="1403342"/>
                <a:chOff x="2123172" y="2425372"/>
                <a:chExt cx="1162951" cy="1403342"/>
              </a:xfrm>
              <a:effectLst>
                <a:outerShdw dist="88900" dir="600000" sx="108000" sy="108000" algn="tl" rotWithShape="0">
                  <a:schemeClr val="accent3">
                    <a:lumMod val="60000"/>
                    <a:lumOff val="40000"/>
                  </a:schemeClr>
                </a:outerShdw>
              </a:effectLst>
            </p:grpSpPr>
            <p:sp>
              <p:nvSpPr>
                <p:cNvPr id="1690" name="フローチャート: 抜出し 1689">
                  <a:extLst>
                    <a:ext uri="{FF2B5EF4-FFF2-40B4-BE49-F238E27FC236}">
                      <a16:creationId xmlns:a16="http://schemas.microsoft.com/office/drawing/2014/main" id="{F9B7BEF4-97E4-C4FC-3F06-9889CD03BDC7}"/>
                    </a:ext>
                  </a:extLst>
                </p:cNvPr>
                <p:cNvSpPr/>
                <p:nvPr/>
              </p:nvSpPr>
              <p:spPr>
                <a:xfrm>
                  <a:off x="2123172" y="2770162"/>
                  <a:ext cx="1162951" cy="1058552"/>
                </a:xfrm>
                <a:prstGeom prst="flowChartExtra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92" name="正方形/長方形 1691">
                  <a:extLst>
                    <a:ext uri="{FF2B5EF4-FFF2-40B4-BE49-F238E27FC236}">
                      <a16:creationId xmlns:a16="http://schemas.microsoft.com/office/drawing/2014/main" id="{1C7E0871-1ADC-74AB-9C53-6E45E9A414D1}"/>
                    </a:ext>
                  </a:extLst>
                </p:cNvPr>
                <p:cNvSpPr/>
                <p:nvPr/>
              </p:nvSpPr>
              <p:spPr>
                <a:xfrm>
                  <a:off x="2458167" y="2425372"/>
                  <a:ext cx="480242" cy="10661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93" name="フローチャート: 抜出し 1692">
                  <a:extLst>
                    <a:ext uri="{FF2B5EF4-FFF2-40B4-BE49-F238E27FC236}">
                      <a16:creationId xmlns:a16="http://schemas.microsoft.com/office/drawing/2014/main" id="{FAFF8416-476A-3489-4CEF-2BEC8F4FDFC0}"/>
                    </a:ext>
                  </a:extLst>
                </p:cNvPr>
                <p:cNvSpPr>
                  <a:spLocks noChangeAspect="1"/>
                </p:cNvSpPr>
                <p:nvPr/>
              </p:nvSpPr>
              <p:spPr>
                <a:xfrm>
                  <a:off x="2337096" y="3070329"/>
                  <a:ext cx="735101" cy="669110"/>
                </a:xfrm>
                <a:prstGeom prst="flowChartExtract">
                  <a:avLst/>
                </a:prstGeom>
                <a:solidFill>
                  <a:schemeClr val="accent3">
                    <a:lumMod val="60000"/>
                    <a:lumOff val="40000"/>
                  </a:schemeClr>
                </a:solidFill>
                <a:ln>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91" name="正方形/長方形 1690">
                  <a:extLst>
                    <a:ext uri="{FF2B5EF4-FFF2-40B4-BE49-F238E27FC236}">
                      <a16:creationId xmlns:a16="http://schemas.microsoft.com/office/drawing/2014/main" id="{45F0BBE8-E152-4E74-6126-6EEE25DC7E9D}"/>
                    </a:ext>
                  </a:extLst>
                </p:cNvPr>
                <p:cNvSpPr/>
                <p:nvPr/>
              </p:nvSpPr>
              <p:spPr>
                <a:xfrm>
                  <a:off x="2556280" y="2495433"/>
                  <a:ext cx="284017" cy="6181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grpSp>
      <p:sp>
        <p:nvSpPr>
          <p:cNvPr id="11" name="直角三角形 10">
            <a:extLst>
              <a:ext uri="{FF2B5EF4-FFF2-40B4-BE49-F238E27FC236}">
                <a16:creationId xmlns:a16="http://schemas.microsoft.com/office/drawing/2014/main" id="{CA60E49C-80A0-4644-ED7D-3BAA784F54FA}"/>
              </a:ext>
            </a:extLst>
          </p:cNvPr>
          <p:cNvSpPr>
            <a:spLocks/>
          </p:cNvSpPr>
          <p:nvPr/>
        </p:nvSpPr>
        <p:spPr>
          <a:xfrm rot="16200000">
            <a:off x="-12545969" y="-1901267"/>
            <a:ext cx="9658347" cy="7833777"/>
          </a:xfrm>
          <a:prstGeom prst="rtTriangle">
            <a:avLst/>
          </a:prstGeom>
          <a:solidFill>
            <a:srgbClr val="FFA700"/>
          </a:solidFill>
          <a:ln>
            <a:solidFill>
              <a:srgbClr val="FFA7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dirty="0"/>
          </a:p>
        </p:txBody>
      </p:sp>
      <p:sp>
        <p:nvSpPr>
          <p:cNvPr id="18" name="斜め縞 17">
            <a:extLst>
              <a:ext uri="{FF2B5EF4-FFF2-40B4-BE49-F238E27FC236}">
                <a16:creationId xmlns:a16="http://schemas.microsoft.com/office/drawing/2014/main" id="{9E671865-A0E2-61E1-39F6-FACA901E6FA7}"/>
              </a:ext>
            </a:extLst>
          </p:cNvPr>
          <p:cNvSpPr>
            <a:spLocks/>
          </p:cNvSpPr>
          <p:nvPr/>
        </p:nvSpPr>
        <p:spPr>
          <a:xfrm rot="16200000">
            <a:off x="-4432743" y="3495900"/>
            <a:ext cx="3265458" cy="3475588"/>
          </a:xfrm>
          <a:prstGeom prst="diagStripe">
            <a:avLst>
              <a:gd name="adj" fmla="val 69192"/>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624" name="テキスト ボックス 1623">
            <a:extLst>
              <a:ext uri="{FF2B5EF4-FFF2-40B4-BE49-F238E27FC236}">
                <a16:creationId xmlns:a16="http://schemas.microsoft.com/office/drawing/2014/main" id="{F29FC465-0430-FE81-E10A-A39A28EA74DA}"/>
              </a:ext>
            </a:extLst>
          </p:cNvPr>
          <p:cNvSpPr txBox="1"/>
          <p:nvPr/>
        </p:nvSpPr>
        <p:spPr>
          <a:xfrm>
            <a:off x="104775" y="407364"/>
            <a:ext cx="2749471" cy="707886"/>
          </a:xfrm>
          <a:prstGeom prst="rect">
            <a:avLst/>
          </a:prstGeom>
          <a:noFill/>
        </p:spPr>
        <p:txBody>
          <a:bodyPr wrap="none" rtlCol="0">
            <a:spAutoFit/>
          </a:bodyPr>
          <a:lstStyle/>
          <a:p>
            <a:r>
              <a:rPr lang="ja-JP" altLang="en-US" sz="4000" dirty="0">
                <a:solidFill>
                  <a:schemeClr val="bg2"/>
                </a:solidFill>
                <a:latin typeface="ＭＳ ゴシック" panose="020B0609070205080204" pitchFamily="49" charset="-128"/>
                <a:ea typeface="ＭＳ ゴシック" panose="020B0609070205080204" pitchFamily="49" charset="-128"/>
              </a:rPr>
              <a:t>８つの部門</a:t>
            </a:r>
            <a:endParaRPr lang="en-US" altLang="ja-JP" sz="4000" dirty="0">
              <a:solidFill>
                <a:schemeClr val="bg2"/>
              </a:solidFill>
              <a:latin typeface="ＭＳ ゴシック" panose="020B0609070205080204" pitchFamily="49" charset="-128"/>
              <a:ea typeface="ＭＳ ゴシック" panose="020B0609070205080204" pitchFamily="49" charset="-128"/>
            </a:endParaRPr>
          </a:p>
        </p:txBody>
      </p:sp>
      <p:grpSp>
        <p:nvGrpSpPr>
          <p:cNvPr id="1671" name="グループ化 1670">
            <a:extLst>
              <a:ext uri="{FF2B5EF4-FFF2-40B4-BE49-F238E27FC236}">
                <a16:creationId xmlns:a16="http://schemas.microsoft.com/office/drawing/2014/main" id="{0ECD95E1-9C74-FF4A-6806-E021C1474BCE}"/>
              </a:ext>
            </a:extLst>
          </p:cNvPr>
          <p:cNvGrpSpPr/>
          <p:nvPr/>
        </p:nvGrpSpPr>
        <p:grpSpPr>
          <a:xfrm>
            <a:off x="5234564" y="6725"/>
            <a:ext cx="2285451" cy="2651123"/>
            <a:chOff x="1154693" y="1624704"/>
            <a:chExt cx="2285451" cy="2651123"/>
          </a:xfrm>
        </p:grpSpPr>
        <p:sp>
          <p:nvSpPr>
            <p:cNvPr id="1626" name="六角形 1625">
              <a:extLst>
                <a:ext uri="{FF2B5EF4-FFF2-40B4-BE49-F238E27FC236}">
                  <a16:creationId xmlns:a16="http://schemas.microsoft.com/office/drawing/2014/main" id="{F93B68D8-1595-2E60-6E31-3D23AB0A79F3}"/>
                </a:ext>
              </a:extLst>
            </p:cNvPr>
            <p:cNvSpPr>
              <a:spLocks noChangeAspect="1"/>
            </p:cNvSpPr>
            <p:nvPr/>
          </p:nvSpPr>
          <p:spPr>
            <a:xfrm rot="5400000">
              <a:off x="971857" y="1807540"/>
              <a:ext cx="2651123" cy="2285451"/>
            </a:xfrm>
            <a:prstGeom prst="hexagon">
              <a:avLst/>
            </a:prstGeom>
            <a:solidFill>
              <a:schemeClr val="accent1">
                <a:lumMod val="75000"/>
              </a:schemeClr>
            </a:solidFill>
            <a:ln>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669" name="グループ化 1668">
              <a:extLst>
                <a:ext uri="{FF2B5EF4-FFF2-40B4-BE49-F238E27FC236}">
                  <a16:creationId xmlns:a16="http://schemas.microsoft.com/office/drawing/2014/main" id="{08189D13-EEA4-358A-F794-B81EFC963698}"/>
                </a:ext>
              </a:extLst>
            </p:cNvPr>
            <p:cNvGrpSpPr/>
            <p:nvPr/>
          </p:nvGrpSpPr>
          <p:grpSpPr>
            <a:xfrm>
              <a:off x="1651535" y="2323759"/>
              <a:ext cx="1253015" cy="1591837"/>
              <a:chOff x="1811684" y="2227965"/>
              <a:chExt cx="1253015" cy="1591837"/>
            </a:xfrm>
          </p:grpSpPr>
          <p:grpSp>
            <p:nvGrpSpPr>
              <p:cNvPr id="1661" name="グループ化 1660">
                <a:extLst>
                  <a:ext uri="{FF2B5EF4-FFF2-40B4-BE49-F238E27FC236}">
                    <a16:creationId xmlns:a16="http://schemas.microsoft.com/office/drawing/2014/main" id="{97459843-F2D6-D681-645E-F3B49FB41220}"/>
                  </a:ext>
                </a:extLst>
              </p:cNvPr>
              <p:cNvGrpSpPr/>
              <p:nvPr/>
            </p:nvGrpSpPr>
            <p:grpSpPr>
              <a:xfrm>
                <a:off x="1811684" y="2227965"/>
                <a:ext cx="1253015" cy="1253015"/>
                <a:chOff x="1811684" y="2227965"/>
                <a:chExt cx="1253015" cy="1253015"/>
              </a:xfrm>
            </p:grpSpPr>
            <p:sp>
              <p:nvSpPr>
                <p:cNvPr id="1651" name="円: 塗りつぶしなし 1650">
                  <a:extLst>
                    <a:ext uri="{FF2B5EF4-FFF2-40B4-BE49-F238E27FC236}">
                      <a16:creationId xmlns:a16="http://schemas.microsoft.com/office/drawing/2014/main" id="{40E7C1AA-6B76-B441-D44F-DD991A0D97EB}"/>
                    </a:ext>
                  </a:extLst>
                </p:cNvPr>
                <p:cNvSpPr>
                  <a:spLocks noChangeAspect="1"/>
                </p:cNvSpPr>
                <p:nvPr/>
              </p:nvSpPr>
              <p:spPr>
                <a:xfrm>
                  <a:off x="1811684" y="2227965"/>
                  <a:ext cx="1253015" cy="1253015"/>
                </a:xfrm>
                <a:prstGeom prst="donut">
                  <a:avLst>
                    <a:gd name="adj" fmla="val 11347"/>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652" name="円: 塗りつぶしなし 1651">
                  <a:extLst>
                    <a:ext uri="{FF2B5EF4-FFF2-40B4-BE49-F238E27FC236}">
                      <a16:creationId xmlns:a16="http://schemas.microsoft.com/office/drawing/2014/main" id="{9A1584C6-CE0A-4525-2EEF-F61E0C7106BD}"/>
                    </a:ext>
                  </a:extLst>
                </p:cNvPr>
                <p:cNvSpPr>
                  <a:spLocks noChangeAspect="1"/>
                </p:cNvSpPr>
                <p:nvPr/>
              </p:nvSpPr>
              <p:spPr>
                <a:xfrm>
                  <a:off x="2082716" y="2494879"/>
                  <a:ext cx="719189" cy="719189"/>
                </a:xfrm>
                <a:prstGeom prst="donut">
                  <a:avLst>
                    <a:gd name="adj" fmla="val 606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solidFill>
                  </a:endParaRPr>
                </a:p>
              </p:txBody>
            </p:sp>
            <p:sp>
              <p:nvSpPr>
                <p:cNvPr id="1653" name="円: 塗りつぶしなし 1652">
                  <a:extLst>
                    <a:ext uri="{FF2B5EF4-FFF2-40B4-BE49-F238E27FC236}">
                      <a16:creationId xmlns:a16="http://schemas.microsoft.com/office/drawing/2014/main" id="{03FF4AC9-A412-E117-95BE-E526D1D0106C}"/>
                    </a:ext>
                  </a:extLst>
                </p:cNvPr>
                <p:cNvSpPr>
                  <a:spLocks noChangeAspect="1"/>
                </p:cNvSpPr>
                <p:nvPr/>
              </p:nvSpPr>
              <p:spPr>
                <a:xfrm>
                  <a:off x="2263610" y="2680800"/>
                  <a:ext cx="357399" cy="357399"/>
                </a:xfrm>
                <a:prstGeom prst="donut">
                  <a:avLst>
                    <a:gd name="adj" fmla="val 47384"/>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1660" name="グループ化 1659">
                <a:extLst>
                  <a:ext uri="{FF2B5EF4-FFF2-40B4-BE49-F238E27FC236}">
                    <a16:creationId xmlns:a16="http://schemas.microsoft.com/office/drawing/2014/main" id="{00A294C1-5CC5-AAA4-6ED0-1349C80396FC}"/>
                  </a:ext>
                </a:extLst>
              </p:cNvPr>
              <p:cNvGrpSpPr/>
              <p:nvPr/>
            </p:nvGrpSpPr>
            <p:grpSpPr>
              <a:xfrm>
                <a:off x="2355271" y="3028460"/>
                <a:ext cx="424986" cy="791342"/>
                <a:chOff x="1565976" y="3097553"/>
                <a:chExt cx="424986" cy="791342"/>
              </a:xfrm>
              <a:solidFill>
                <a:schemeClr val="bg1"/>
              </a:solidFill>
              <a:effectLst>
                <a:outerShdw dist="38100" dir="6600000" sx="110000" sy="110000" algn="br" rotWithShape="0">
                  <a:schemeClr val="accent1">
                    <a:lumMod val="75000"/>
                  </a:schemeClr>
                </a:outerShdw>
              </a:effectLst>
            </p:grpSpPr>
            <p:sp>
              <p:nvSpPr>
                <p:cNvPr id="1658" name="正方形/長方形 1657">
                  <a:extLst>
                    <a:ext uri="{FF2B5EF4-FFF2-40B4-BE49-F238E27FC236}">
                      <a16:creationId xmlns:a16="http://schemas.microsoft.com/office/drawing/2014/main" id="{9BE8DB41-5F3D-BE2E-015E-9D6A767751AD}"/>
                    </a:ext>
                  </a:extLst>
                </p:cNvPr>
                <p:cNvSpPr/>
                <p:nvPr/>
              </p:nvSpPr>
              <p:spPr>
                <a:xfrm rot="8973514">
                  <a:off x="1742242" y="3186372"/>
                  <a:ext cx="45719" cy="467268"/>
                </a:xfrm>
                <a:prstGeom prst="rect">
                  <a:avLst/>
                </a:prstGeom>
                <a:gr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5" name="矢印: 五方向 1654">
                  <a:extLst>
                    <a:ext uri="{FF2B5EF4-FFF2-40B4-BE49-F238E27FC236}">
                      <a16:creationId xmlns:a16="http://schemas.microsoft.com/office/drawing/2014/main" id="{1E7E9267-074A-F288-3B7F-260C792DDB16}"/>
                    </a:ext>
                  </a:extLst>
                </p:cNvPr>
                <p:cNvSpPr/>
                <p:nvPr/>
              </p:nvSpPr>
              <p:spPr>
                <a:xfrm rot="3600000">
                  <a:off x="1524058" y="3139471"/>
                  <a:ext cx="241997" cy="158162"/>
                </a:xfrm>
                <a:prstGeom prst="homePlate">
                  <a:avLst/>
                </a:prstGeom>
                <a:gr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9" name="正方形/長方形 1658">
                  <a:extLst>
                    <a:ext uri="{FF2B5EF4-FFF2-40B4-BE49-F238E27FC236}">
                      <a16:creationId xmlns:a16="http://schemas.microsoft.com/office/drawing/2014/main" id="{4B20F517-CD7C-4417-E3B2-249C2DAF41C1}"/>
                    </a:ext>
                  </a:extLst>
                </p:cNvPr>
                <p:cNvSpPr/>
                <p:nvPr/>
              </p:nvSpPr>
              <p:spPr>
                <a:xfrm rot="8973514">
                  <a:off x="1868040" y="3493257"/>
                  <a:ext cx="122922" cy="395638"/>
                </a:xfrm>
                <a:prstGeom prst="rect">
                  <a:avLst/>
                </a:prstGeom>
                <a:gr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grpSp>
        <p:nvGrpSpPr>
          <p:cNvPr id="1689" name="グループ化 1688">
            <a:extLst>
              <a:ext uri="{FF2B5EF4-FFF2-40B4-BE49-F238E27FC236}">
                <a16:creationId xmlns:a16="http://schemas.microsoft.com/office/drawing/2014/main" id="{AA0D9E59-407E-1E7D-3132-4DC78CA41F3B}"/>
              </a:ext>
            </a:extLst>
          </p:cNvPr>
          <p:cNvGrpSpPr/>
          <p:nvPr/>
        </p:nvGrpSpPr>
        <p:grpSpPr>
          <a:xfrm>
            <a:off x="7535335" y="6726"/>
            <a:ext cx="2285451" cy="2651123"/>
            <a:chOff x="193814" y="4193673"/>
            <a:chExt cx="2285451" cy="2651123"/>
          </a:xfrm>
        </p:grpSpPr>
        <p:sp>
          <p:nvSpPr>
            <p:cNvPr id="1670" name="六角形 1669">
              <a:extLst>
                <a:ext uri="{FF2B5EF4-FFF2-40B4-BE49-F238E27FC236}">
                  <a16:creationId xmlns:a16="http://schemas.microsoft.com/office/drawing/2014/main" id="{E7244717-CEB5-77BF-EA3A-E655ED329261}"/>
                </a:ext>
              </a:extLst>
            </p:cNvPr>
            <p:cNvSpPr>
              <a:spLocks noChangeAspect="1"/>
            </p:cNvSpPr>
            <p:nvPr/>
          </p:nvSpPr>
          <p:spPr>
            <a:xfrm rot="5400000">
              <a:off x="10978" y="4376509"/>
              <a:ext cx="2651123" cy="2285451"/>
            </a:xfrm>
            <a:prstGeom prst="hexagon">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687" name="グループ化 1686">
              <a:extLst>
                <a:ext uri="{FF2B5EF4-FFF2-40B4-BE49-F238E27FC236}">
                  <a16:creationId xmlns:a16="http://schemas.microsoft.com/office/drawing/2014/main" id="{037FCC05-9708-9F35-890E-2C4DAB70D415}"/>
                </a:ext>
              </a:extLst>
            </p:cNvPr>
            <p:cNvGrpSpPr/>
            <p:nvPr/>
          </p:nvGrpSpPr>
          <p:grpSpPr>
            <a:xfrm>
              <a:off x="651103" y="4806555"/>
              <a:ext cx="1363600" cy="1425358"/>
              <a:chOff x="651103" y="4755125"/>
              <a:chExt cx="1363600" cy="1425358"/>
            </a:xfrm>
          </p:grpSpPr>
          <p:grpSp>
            <p:nvGrpSpPr>
              <p:cNvPr id="1679" name="グループ化 1678">
                <a:extLst>
                  <a:ext uri="{FF2B5EF4-FFF2-40B4-BE49-F238E27FC236}">
                    <a16:creationId xmlns:a16="http://schemas.microsoft.com/office/drawing/2014/main" id="{428CB8F6-8AEF-BE6E-75E4-27B01E26C065}"/>
                  </a:ext>
                </a:extLst>
              </p:cNvPr>
              <p:cNvGrpSpPr/>
              <p:nvPr/>
            </p:nvGrpSpPr>
            <p:grpSpPr>
              <a:xfrm>
                <a:off x="651103" y="4755125"/>
                <a:ext cx="1363600" cy="1060347"/>
                <a:chOff x="651103" y="4755125"/>
                <a:chExt cx="1363600" cy="1060347"/>
              </a:xfrm>
            </p:grpSpPr>
            <p:sp>
              <p:nvSpPr>
                <p:cNvPr id="1674" name="楕円 1673">
                  <a:extLst>
                    <a:ext uri="{FF2B5EF4-FFF2-40B4-BE49-F238E27FC236}">
                      <a16:creationId xmlns:a16="http://schemas.microsoft.com/office/drawing/2014/main" id="{F04F7B47-3889-BCB5-9CA0-46246C83A879}"/>
                    </a:ext>
                  </a:extLst>
                </p:cNvPr>
                <p:cNvSpPr/>
                <p:nvPr/>
              </p:nvSpPr>
              <p:spPr>
                <a:xfrm>
                  <a:off x="731039" y="5480377"/>
                  <a:ext cx="224178" cy="335095"/>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3" name="六角形 1672">
                  <a:extLst>
                    <a:ext uri="{FF2B5EF4-FFF2-40B4-BE49-F238E27FC236}">
                      <a16:creationId xmlns:a16="http://schemas.microsoft.com/office/drawing/2014/main" id="{C8E61F50-3FA1-5997-5E9B-C1717FC73F74}"/>
                    </a:ext>
                  </a:extLst>
                </p:cNvPr>
                <p:cNvSpPr/>
                <p:nvPr/>
              </p:nvSpPr>
              <p:spPr>
                <a:xfrm>
                  <a:off x="806187" y="4755125"/>
                  <a:ext cx="1060704" cy="783762"/>
                </a:xfrm>
                <a:prstGeom prst="hexagon">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5" name="楕円 1674">
                  <a:extLst>
                    <a:ext uri="{FF2B5EF4-FFF2-40B4-BE49-F238E27FC236}">
                      <a16:creationId xmlns:a16="http://schemas.microsoft.com/office/drawing/2014/main" id="{0A54BD21-EF69-D992-4D6C-538417D982AB}"/>
                    </a:ext>
                  </a:extLst>
                </p:cNvPr>
                <p:cNvSpPr/>
                <p:nvPr/>
              </p:nvSpPr>
              <p:spPr>
                <a:xfrm>
                  <a:off x="1715535" y="5480377"/>
                  <a:ext cx="224178" cy="335095"/>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8" name="六角形 1677">
                  <a:extLst>
                    <a:ext uri="{FF2B5EF4-FFF2-40B4-BE49-F238E27FC236}">
                      <a16:creationId xmlns:a16="http://schemas.microsoft.com/office/drawing/2014/main" id="{BA1EFC83-029E-FC38-AE36-F08BB81B4E48}"/>
                    </a:ext>
                  </a:extLst>
                </p:cNvPr>
                <p:cNvSpPr>
                  <a:spLocks noChangeAspect="1"/>
                </p:cNvSpPr>
                <p:nvPr/>
              </p:nvSpPr>
              <p:spPr>
                <a:xfrm>
                  <a:off x="945351" y="4838688"/>
                  <a:ext cx="766318" cy="566238"/>
                </a:xfrm>
                <a:prstGeom prst="hexagon">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2" name="四角形: 上の 2 つの角を切り取る 1671">
                  <a:extLst>
                    <a:ext uri="{FF2B5EF4-FFF2-40B4-BE49-F238E27FC236}">
                      <a16:creationId xmlns:a16="http://schemas.microsoft.com/office/drawing/2014/main" id="{5ABFF8BD-3A16-072C-5525-732655A4ED3D}"/>
                    </a:ext>
                  </a:extLst>
                </p:cNvPr>
                <p:cNvSpPr>
                  <a:spLocks noChangeAspect="1"/>
                </p:cNvSpPr>
                <p:nvPr/>
              </p:nvSpPr>
              <p:spPr>
                <a:xfrm>
                  <a:off x="651103" y="5143499"/>
                  <a:ext cx="1363600" cy="504425"/>
                </a:xfrm>
                <a:prstGeom prst="snip2SameRect">
                  <a:avLst>
                    <a:gd name="adj1" fmla="val 30795"/>
                    <a:gd name="adj2" fmla="val 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6" name="楕円 1675">
                  <a:extLst>
                    <a:ext uri="{FF2B5EF4-FFF2-40B4-BE49-F238E27FC236}">
                      <a16:creationId xmlns:a16="http://schemas.microsoft.com/office/drawing/2014/main" id="{8F142BC3-2BF9-66C2-9A16-4246900ACCE1}"/>
                    </a:ext>
                  </a:extLst>
                </p:cNvPr>
                <p:cNvSpPr>
                  <a:spLocks/>
                </p:cNvSpPr>
                <p:nvPr/>
              </p:nvSpPr>
              <p:spPr>
                <a:xfrm>
                  <a:off x="775628" y="5395693"/>
                  <a:ext cx="144000" cy="162000"/>
                </a:xfrm>
                <a:prstGeom prst="ellipse">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7" name="楕円 1676">
                  <a:extLst>
                    <a:ext uri="{FF2B5EF4-FFF2-40B4-BE49-F238E27FC236}">
                      <a16:creationId xmlns:a16="http://schemas.microsoft.com/office/drawing/2014/main" id="{7114E1CF-08D2-F49A-91CB-AB85008F5B39}"/>
                    </a:ext>
                  </a:extLst>
                </p:cNvPr>
                <p:cNvSpPr>
                  <a:spLocks/>
                </p:cNvSpPr>
                <p:nvPr/>
              </p:nvSpPr>
              <p:spPr>
                <a:xfrm>
                  <a:off x="1756500" y="5404926"/>
                  <a:ext cx="144000" cy="162000"/>
                </a:xfrm>
                <a:prstGeom prst="ellipse">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686" name="グループ化 1685">
                <a:extLst>
                  <a:ext uri="{FF2B5EF4-FFF2-40B4-BE49-F238E27FC236}">
                    <a16:creationId xmlns:a16="http://schemas.microsoft.com/office/drawing/2014/main" id="{1F40C5F2-35F6-9190-C857-366845F2579E}"/>
                  </a:ext>
                </a:extLst>
              </p:cNvPr>
              <p:cNvGrpSpPr/>
              <p:nvPr/>
            </p:nvGrpSpPr>
            <p:grpSpPr>
              <a:xfrm rot="632388">
                <a:off x="1117279" y="4772902"/>
                <a:ext cx="805274" cy="1407581"/>
                <a:chOff x="1595479" y="5291555"/>
                <a:chExt cx="805274" cy="1407581"/>
              </a:xfrm>
              <a:effectLst>
                <a:outerShdw dist="63500" dir="10800000" sx="107000" sy="107000" algn="tr" rotWithShape="0">
                  <a:schemeClr val="tx2">
                    <a:lumMod val="75000"/>
                    <a:lumOff val="25000"/>
                  </a:schemeClr>
                </a:outerShdw>
              </a:effectLst>
            </p:grpSpPr>
            <p:grpSp>
              <p:nvGrpSpPr>
                <p:cNvPr id="1684" name="グループ化 1683">
                  <a:extLst>
                    <a:ext uri="{FF2B5EF4-FFF2-40B4-BE49-F238E27FC236}">
                      <a16:creationId xmlns:a16="http://schemas.microsoft.com/office/drawing/2014/main" id="{A62A21E6-0DEA-BB54-6DE1-D0ECE3037C62}"/>
                    </a:ext>
                  </a:extLst>
                </p:cNvPr>
                <p:cNvGrpSpPr/>
                <p:nvPr/>
              </p:nvGrpSpPr>
              <p:grpSpPr>
                <a:xfrm rot="18410932">
                  <a:off x="1853628" y="5329558"/>
                  <a:ext cx="585127" cy="509122"/>
                  <a:chOff x="1101965" y="5882195"/>
                  <a:chExt cx="585127" cy="509122"/>
                </a:xfrm>
              </p:grpSpPr>
              <p:sp>
                <p:nvSpPr>
                  <p:cNvPr id="1682" name="楕円 1681">
                    <a:extLst>
                      <a:ext uri="{FF2B5EF4-FFF2-40B4-BE49-F238E27FC236}">
                        <a16:creationId xmlns:a16="http://schemas.microsoft.com/office/drawing/2014/main" id="{C494825C-1B73-8658-F01D-79DDD4BD0D52}"/>
                      </a:ext>
                    </a:extLst>
                  </p:cNvPr>
                  <p:cNvSpPr>
                    <a:spLocks noChangeAspect="1"/>
                  </p:cNvSpPr>
                  <p:nvPr/>
                </p:nvSpPr>
                <p:spPr>
                  <a:xfrm>
                    <a:off x="1101965" y="5882195"/>
                    <a:ext cx="509122" cy="509122"/>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83" name="正方形/長方形 1682">
                    <a:extLst>
                      <a:ext uri="{FF2B5EF4-FFF2-40B4-BE49-F238E27FC236}">
                        <a16:creationId xmlns:a16="http://schemas.microsoft.com/office/drawing/2014/main" id="{933A298C-EE4D-3BAB-D25C-57D24D0BE8EB}"/>
                      </a:ext>
                    </a:extLst>
                  </p:cNvPr>
                  <p:cNvSpPr/>
                  <p:nvPr/>
                </p:nvSpPr>
                <p:spPr>
                  <a:xfrm>
                    <a:off x="1343880" y="6024415"/>
                    <a:ext cx="343212" cy="225815"/>
                  </a:xfrm>
                  <a:prstGeom prst="rect">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85" name="フローチャート: 処理 1684">
                  <a:extLst>
                    <a:ext uri="{FF2B5EF4-FFF2-40B4-BE49-F238E27FC236}">
                      <a16:creationId xmlns:a16="http://schemas.microsoft.com/office/drawing/2014/main" id="{441DAADF-BBBD-C4C0-B23D-E80E1346DE84}"/>
                    </a:ext>
                  </a:extLst>
                </p:cNvPr>
                <p:cNvSpPr/>
                <p:nvPr/>
              </p:nvSpPr>
              <p:spPr>
                <a:xfrm rot="18659793">
                  <a:off x="1146627" y="6090161"/>
                  <a:ext cx="1057827" cy="160123"/>
                </a:xfrm>
                <a:prstGeom prst="flowChartProcess">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grpSp>
        <p:nvGrpSpPr>
          <p:cNvPr id="1733" name="グループ化 1732">
            <a:extLst>
              <a:ext uri="{FF2B5EF4-FFF2-40B4-BE49-F238E27FC236}">
                <a16:creationId xmlns:a16="http://schemas.microsoft.com/office/drawing/2014/main" id="{AD3B197E-1A2F-6316-2F65-785652EACAAF}"/>
              </a:ext>
            </a:extLst>
          </p:cNvPr>
          <p:cNvGrpSpPr/>
          <p:nvPr/>
        </p:nvGrpSpPr>
        <p:grpSpPr>
          <a:xfrm>
            <a:off x="6391974" y="2102589"/>
            <a:ext cx="2285451" cy="2651123"/>
            <a:chOff x="406528" y="2275402"/>
            <a:chExt cx="2285451" cy="2651123"/>
          </a:xfrm>
        </p:grpSpPr>
        <p:sp>
          <p:nvSpPr>
            <p:cNvPr id="1703" name="六角形 1702">
              <a:extLst>
                <a:ext uri="{FF2B5EF4-FFF2-40B4-BE49-F238E27FC236}">
                  <a16:creationId xmlns:a16="http://schemas.microsoft.com/office/drawing/2014/main" id="{1C518D18-7067-7E8D-1BA0-822F122CD4EA}"/>
                </a:ext>
              </a:extLst>
            </p:cNvPr>
            <p:cNvSpPr>
              <a:spLocks noChangeAspect="1"/>
            </p:cNvSpPr>
            <p:nvPr/>
          </p:nvSpPr>
          <p:spPr>
            <a:xfrm rot="5400000">
              <a:off x="223692" y="2458238"/>
              <a:ext cx="2651123" cy="2285451"/>
            </a:xfrm>
            <a:prstGeom prst="hexagon">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731" name="グループ化 1730">
              <a:extLst>
                <a:ext uri="{FF2B5EF4-FFF2-40B4-BE49-F238E27FC236}">
                  <a16:creationId xmlns:a16="http://schemas.microsoft.com/office/drawing/2014/main" id="{5B6C2A00-8465-B760-F152-550F770568E7}"/>
                </a:ext>
              </a:extLst>
            </p:cNvPr>
            <p:cNvGrpSpPr/>
            <p:nvPr/>
          </p:nvGrpSpPr>
          <p:grpSpPr>
            <a:xfrm>
              <a:off x="1070291" y="2710656"/>
              <a:ext cx="964296" cy="1780614"/>
              <a:chOff x="1044704" y="2651121"/>
              <a:chExt cx="964296" cy="1780614"/>
            </a:xfrm>
          </p:grpSpPr>
          <p:grpSp>
            <p:nvGrpSpPr>
              <p:cNvPr id="1729" name="グループ化 1728">
                <a:extLst>
                  <a:ext uri="{FF2B5EF4-FFF2-40B4-BE49-F238E27FC236}">
                    <a16:creationId xmlns:a16="http://schemas.microsoft.com/office/drawing/2014/main" id="{95E7A757-426E-3FEC-2694-5FEC5C385B8B}"/>
                  </a:ext>
                </a:extLst>
              </p:cNvPr>
              <p:cNvGrpSpPr/>
              <p:nvPr/>
            </p:nvGrpSpPr>
            <p:grpSpPr>
              <a:xfrm>
                <a:off x="1097485" y="2651121"/>
                <a:ext cx="846371" cy="752442"/>
                <a:chOff x="1097485" y="2651121"/>
                <a:chExt cx="846371" cy="752442"/>
              </a:xfrm>
            </p:grpSpPr>
            <p:sp>
              <p:nvSpPr>
                <p:cNvPr id="1714" name="フローチャート: 処理 1713">
                  <a:extLst>
                    <a:ext uri="{FF2B5EF4-FFF2-40B4-BE49-F238E27FC236}">
                      <a16:creationId xmlns:a16="http://schemas.microsoft.com/office/drawing/2014/main" id="{93027D08-AE20-3751-F12C-BA7B59FB8A91}"/>
                    </a:ext>
                  </a:extLst>
                </p:cNvPr>
                <p:cNvSpPr/>
                <p:nvPr/>
              </p:nvSpPr>
              <p:spPr>
                <a:xfrm>
                  <a:off x="1143122" y="2651121"/>
                  <a:ext cx="748002" cy="752442"/>
                </a:xfrm>
                <a:prstGeom prst="flowChartProcess">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717" name="グループ化 1716">
                  <a:extLst>
                    <a:ext uri="{FF2B5EF4-FFF2-40B4-BE49-F238E27FC236}">
                      <a16:creationId xmlns:a16="http://schemas.microsoft.com/office/drawing/2014/main" id="{CE9D7441-34D5-1DF4-A06A-EBA75AF84EC1}"/>
                    </a:ext>
                  </a:extLst>
                </p:cNvPr>
                <p:cNvGrpSpPr/>
                <p:nvPr/>
              </p:nvGrpSpPr>
              <p:grpSpPr>
                <a:xfrm>
                  <a:off x="1251433" y="2835168"/>
                  <a:ext cx="540000" cy="540000"/>
                  <a:chOff x="1279253" y="3018768"/>
                  <a:chExt cx="540000" cy="540000"/>
                </a:xfrm>
              </p:grpSpPr>
              <p:sp>
                <p:nvSpPr>
                  <p:cNvPr id="1715" name="楕円 1714">
                    <a:extLst>
                      <a:ext uri="{FF2B5EF4-FFF2-40B4-BE49-F238E27FC236}">
                        <a16:creationId xmlns:a16="http://schemas.microsoft.com/office/drawing/2014/main" id="{F4CE8200-1B6E-DF40-97BE-46DA1B4C7EEB}"/>
                      </a:ext>
                    </a:extLst>
                  </p:cNvPr>
                  <p:cNvSpPr>
                    <a:spLocks noChangeAspect="1"/>
                  </p:cNvSpPr>
                  <p:nvPr/>
                </p:nvSpPr>
                <p:spPr>
                  <a:xfrm>
                    <a:off x="1279253" y="3018768"/>
                    <a:ext cx="540000" cy="540000"/>
                  </a:xfrm>
                  <a:prstGeom prst="ellipse">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716" name="楕円 1715">
                    <a:extLst>
                      <a:ext uri="{FF2B5EF4-FFF2-40B4-BE49-F238E27FC236}">
                        <a16:creationId xmlns:a16="http://schemas.microsoft.com/office/drawing/2014/main" id="{C0C20CB6-4B91-9641-5E6D-B3CE5A4C8FFA}"/>
                      </a:ext>
                    </a:extLst>
                  </p:cNvPr>
                  <p:cNvSpPr>
                    <a:spLocks noChangeAspect="1"/>
                  </p:cNvSpPr>
                  <p:nvPr/>
                </p:nvSpPr>
                <p:spPr>
                  <a:xfrm>
                    <a:off x="1369253" y="3108768"/>
                    <a:ext cx="360000" cy="36000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723" name="フローチャート: 処理 1722">
                  <a:extLst>
                    <a:ext uri="{FF2B5EF4-FFF2-40B4-BE49-F238E27FC236}">
                      <a16:creationId xmlns:a16="http://schemas.microsoft.com/office/drawing/2014/main" id="{97686B18-8CDF-9519-C872-F7153D527058}"/>
                    </a:ext>
                  </a:extLst>
                </p:cNvPr>
                <p:cNvSpPr/>
                <p:nvPr/>
              </p:nvSpPr>
              <p:spPr>
                <a:xfrm rot="5400000">
                  <a:off x="1680277" y="3139984"/>
                  <a:ext cx="437158" cy="90000"/>
                </a:xfrm>
                <a:prstGeom prst="flowChartProcess">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724" name="フローチャート: 処理 1723">
                  <a:extLst>
                    <a:ext uri="{FF2B5EF4-FFF2-40B4-BE49-F238E27FC236}">
                      <a16:creationId xmlns:a16="http://schemas.microsoft.com/office/drawing/2014/main" id="{12C206D5-3A60-4BCB-1BBB-964700FCB20F}"/>
                    </a:ext>
                  </a:extLst>
                </p:cNvPr>
                <p:cNvSpPr/>
                <p:nvPr/>
              </p:nvSpPr>
              <p:spPr>
                <a:xfrm rot="5400000">
                  <a:off x="923906" y="3139985"/>
                  <a:ext cx="437157" cy="90000"/>
                </a:xfrm>
                <a:prstGeom prst="flowChartProcess">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730" name="グループ化 1729">
                <a:extLst>
                  <a:ext uri="{FF2B5EF4-FFF2-40B4-BE49-F238E27FC236}">
                    <a16:creationId xmlns:a16="http://schemas.microsoft.com/office/drawing/2014/main" id="{FD2B4BC5-50EB-29A9-9212-951EE1D6B849}"/>
                  </a:ext>
                </a:extLst>
              </p:cNvPr>
              <p:cNvGrpSpPr/>
              <p:nvPr/>
            </p:nvGrpSpPr>
            <p:grpSpPr>
              <a:xfrm>
                <a:off x="1044704" y="3442154"/>
                <a:ext cx="964296" cy="989581"/>
                <a:chOff x="1045889" y="3464208"/>
                <a:chExt cx="964296" cy="989581"/>
              </a:xfrm>
            </p:grpSpPr>
            <p:sp>
              <p:nvSpPr>
                <p:cNvPr id="1722" name="フローチャート: 処理 1721">
                  <a:extLst>
                    <a:ext uri="{FF2B5EF4-FFF2-40B4-BE49-F238E27FC236}">
                      <a16:creationId xmlns:a16="http://schemas.microsoft.com/office/drawing/2014/main" id="{75FA5984-C020-58D0-05B5-1459CD484006}"/>
                    </a:ext>
                  </a:extLst>
                </p:cNvPr>
                <p:cNvSpPr/>
                <p:nvPr/>
              </p:nvSpPr>
              <p:spPr>
                <a:xfrm>
                  <a:off x="1150855" y="3468997"/>
                  <a:ext cx="748001" cy="90000"/>
                </a:xfrm>
                <a:prstGeom prst="flowChartProcess">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25" name="フローチャート: 処理 1724">
                  <a:extLst>
                    <a:ext uri="{FF2B5EF4-FFF2-40B4-BE49-F238E27FC236}">
                      <a16:creationId xmlns:a16="http://schemas.microsoft.com/office/drawing/2014/main" id="{B256C988-8770-7963-EC02-62C4E04A6B47}"/>
                    </a:ext>
                  </a:extLst>
                </p:cNvPr>
                <p:cNvSpPr/>
                <p:nvPr/>
              </p:nvSpPr>
              <p:spPr>
                <a:xfrm rot="5400000">
                  <a:off x="1034946" y="3925325"/>
                  <a:ext cx="964624" cy="90000"/>
                </a:xfrm>
                <a:prstGeom prst="flowChartProcess">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26" name="フローチャート: 処理 1725">
                  <a:extLst>
                    <a:ext uri="{FF2B5EF4-FFF2-40B4-BE49-F238E27FC236}">
                      <a16:creationId xmlns:a16="http://schemas.microsoft.com/office/drawing/2014/main" id="{ADA344E4-750F-A628-DFD6-087F234A0711}"/>
                    </a:ext>
                  </a:extLst>
                </p:cNvPr>
                <p:cNvSpPr/>
                <p:nvPr/>
              </p:nvSpPr>
              <p:spPr>
                <a:xfrm rot="4500000">
                  <a:off x="1482873" y="3926477"/>
                  <a:ext cx="964624" cy="90000"/>
                </a:xfrm>
                <a:prstGeom prst="flowChartProcess">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27" name="フローチャート: 処理 1726">
                  <a:extLst>
                    <a:ext uri="{FF2B5EF4-FFF2-40B4-BE49-F238E27FC236}">
                      <a16:creationId xmlns:a16="http://schemas.microsoft.com/office/drawing/2014/main" id="{52D7F883-D956-D02E-771D-AFD8EEE5F429}"/>
                    </a:ext>
                  </a:extLst>
                </p:cNvPr>
                <p:cNvSpPr/>
                <p:nvPr/>
              </p:nvSpPr>
              <p:spPr>
                <a:xfrm rot="6300000">
                  <a:off x="608577" y="3901520"/>
                  <a:ext cx="964624" cy="90000"/>
                </a:xfrm>
                <a:prstGeom prst="flowChartProcess">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grpSp>
        <p:nvGrpSpPr>
          <p:cNvPr id="1761" name="グループ化 1760">
            <a:extLst>
              <a:ext uri="{FF2B5EF4-FFF2-40B4-BE49-F238E27FC236}">
                <a16:creationId xmlns:a16="http://schemas.microsoft.com/office/drawing/2014/main" id="{66268209-525F-18AC-74C0-D13333251AD3}"/>
              </a:ext>
            </a:extLst>
          </p:cNvPr>
          <p:cNvGrpSpPr/>
          <p:nvPr/>
        </p:nvGrpSpPr>
        <p:grpSpPr>
          <a:xfrm>
            <a:off x="8696385" y="2089804"/>
            <a:ext cx="2285451" cy="2663908"/>
            <a:chOff x="1336540" y="1825231"/>
            <a:chExt cx="2285451" cy="2663908"/>
          </a:xfrm>
        </p:grpSpPr>
        <p:sp>
          <p:nvSpPr>
            <p:cNvPr id="1732" name="六角形 1731">
              <a:extLst>
                <a:ext uri="{FF2B5EF4-FFF2-40B4-BE49-F238E27FC236}">
                  <a16:creationId xmlns:a16="http://schemas.microsoft.com/office/drawing/2014/main" id="{12CC6E5B-4E30-37C0-7B7B-DC5AD416156A}"/>
                </a:ext>
              </a:extLst>
            </p:cNvPr>
            <p:cNvSpPr>
              <a:spLocks noChangeAspect="1"/>
            </p:cNvSpPr>
            <p:nvPr/>
          </p:nvSpPr>
          <p:spPr>
            <a:xfrm rot="5400000">
              <a:off x="1153704" y="2020852"/>
              <a:ext cx="2651123" cy="2285451"/>
            </a:xfrm>
            <a:prstGeom prst="hexagon">
              <a:avLst/>
            </a:prstGeom>
            <a:solidFill>
              <a:srgbClr val="FFFF00"/>
            </a:solid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760" name="グループ化 1759">
              <a:extLst>
                <a:ext uri="{FF2B5EF4-FFF2-40B4-BE49-F238E27FC236}">
                  <a16:creationId xmlns:a16="http://schemas.microsoft.com/office/drawing/2014/main" id="{9C9F0A60-F732-A8B0-F53D-B0681EAF0FE8}"/>
                </a:ext>
              </a:extLst>
            </p:cNvPr>
            <p:cNvGrpSpPr/>
            <p:nvPr/>
          </p:nvGrpSpPr>
          <p:grpSpPr>
            <a:xfrm>
              <a:off x="2073195" y="1825231"/>
              <a:ext cx="868092" cy="2175830"/>
              <a:chOff x="2073195" y="1825231"/>
              <a:chExt cx="868092" cy="2175830"/>
            </a:xfrm>
          </p:grpSpPr>
          <p:sp>
            <p:nvSpPr>
              <p:cNvPr id="1736" name="四角形: 角を丸くする 1735">
                <a:extLst>
                  <a:ext uri="{FF2B5EF4-FFF2-40B4-BE49-F238E27FC236}">
                    <a16:creationId xmlns:a16="http://schemas.microsoft.com/office/drawing/2014/main" id="{25A9FE80-2136-DF44-75EC-6B34169BB6FD}"/>
                  </a:ext>
                </a:extLst>
              </p:cNvPr>
              <p:cNvSpPr/>
              <p:nvPr/>
            </p:nvSpPr>
            <p:spPr>
              <a:xfrm>
                <a:off x="2073195" y="2827740"/>
                <a:ext cx="868092" cy="1173321"/>
              </a:xfrm>
              <a:prstGeom prst="round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40" name="四角形: 角を丸くする 1739">
                <a:extLst>
                  <a:ext uri="{FF2B5EF4-FFF2-40B4-BE49-F238E27FC236}">
                    <a16:creationId xmlns:a16="http://schemas.microsoft.com/office/drawing/2014/main" id="{E20AE031-A240-FFF8-C340-BF018771FFD6}"/>
                  </a:ext>
                </a:extLst>
              </p:cNvPr>
              <p:cNvSpPr/>
              <p:nvPr/>
            </p:nvSpPr>
            <p:spPr>
              <a:xfrm>
                <a:off x="2326517" y="3247357"/>
                <a:ext cx="72576" cy="334085"/>
              </a:xfrm>
              <a:prstGeom prst="roundRect">
                <a:avLst/>
              </a:prstGeom>
              <a:solidFill>
                <a:srgbClr val="FFFF00"/>
              </a:solid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41" name="四角形: 角を丸くする 1740">
                <a:extLst>
                  <a:ext uri="{FF2B5EF4-FFF2-40B4-BE49-F238E27FC236}">
                    <a16:creationId xmlns:a16="http://schemas.microsoft.com/office/drawing/2014/main" id="{44D4DFB6-3F99-4C6C-601B-5A42CBEED829}"/>
                  </a:ext>
                </a:extLst>
              </p:cNvPr>
              <p:cNvSpPr/>
              <p:nvPr/>
            </p:nvSpPr>
            <p:spPr>
              <a:xfrm>
                <a:off x="2589162" y="3247357"/>
                <a:ext cx="72576" cy="334085"/>
              </a:xfrm>
              <a:prstGeom prst="roundRect">
                <a:avLst/>
              </a:prstGeom>
              <a:solidFill>
                <a:srgbClr val="FFFF00"/>
              </a:solid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49" name="矢印: 五方向 1748">
                <a:extLst>
                  <a:ext uri="{FF2B5EF4-FFF2-40B4-BE49-F238E27FC236}">
                    <a16:creationId xmlns:a16="http://schemas.microsoft.com/office/drawing/2014/main" id="{C1CB857A-47A1-CCA2-E6E7-FA5D6765A87C}"/>
                  </a:ext>
                </a:extLst>
              </p:cNvPr>
              <p:cNvSpPr/>
              <p:nvPr/>
            </p:nvSpPr>
            <p:spPr>
              <a:xfrm rot="16200000">
                <a:off x="1948168" y="2274837"/>
                <a:ext cx="1080000" cy="180787"/>
              </a:xfrm>
              <a:prstGeom prst="homePlate">
                <a:avLst>
                  <a:gd name="adj" fmla="val 25432"/>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759" name="グループ化 1758">
              <a:extLst>
                <a:ext uri="{FF2B5EF4-FFF2-40B4-BE49-F238E27FC236}">
                  <a16:creationId xmlns:a16="http://schemas.microsoft.com/office/drawing/2014/main" id="{841EBC9A-279D-813A-A92A-082D6D79A52C}"/>
                </a:ext>
              </a:extLst>
            </p:cNvPr>
            <p:cNvGrpSpPr/>
            <p:nvPr/>
          </p:nvGrpSpPr>
          <p:grpSpPr>
            <a:xfrm rot="19456786">
              <a:off x="1519344" y="2909559"/>
              <a:ext cx="1218858" cy="1024698"/>
              <a:chOff x="1132395" y="2662632"/>
              <a:chExt cx="1218858" cy="1024698"/>
            </a:xfrm>
            <a:effectLst>
              <a:outerShdw dist="88900" dir="1200000" algn="l" rotWithShape="0">
                <a:srgbClr val="FFFF00"/>
              </a:outerShdw>
            </a:effectLst>
          </p:grpSpPr>
          <p:sp>
            <p:nvSpPr>
              <p:cNvPr id="1752" name="フローチャート: 処理 1751">
                <a:extLst>
                  <a:ext uri="{FF2B5EF4-FFF2-40B4-BE49-F238E27FC236}">
                    <a16:creationId xmlns:a16="http://schemas.microsoft.com/office/drawing/2014/main" id="{56D33746-0AB2-8016-2A1D-C9D28F1C1696}"/>
                  </a:ext>
                </a:extLst>
              </p:cNvPr>
              <p:cNvSpPr/>
              <p:nvPr/>
            </p:nvSpPr>
            <p:spPr>
              <a:xfrm>
                <a:off x="1822761" y="2751899"/>
                <a:ext cx="127866" cy="153332"/>
              </a:xfrm>
              <a:prstGeom prst="flowChartProcess">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54" name="フローチャート: 処理 1753">
                <a:extLst>
                  <a:ext uri="{FF2B5EF4-FFF2-40B4-BE49-F238E27FC236}">
                    <a16:creationId xmlns:a16="http://schemas.microsoft.com/office/drawing/2014/main" id="{5D0EA0BE-ED29-211C-A086-03DCB399A446}"/>
                  </a:ext>
                </a:extLst>
              </p:cNvPr>
              <p:cNvSpPr/>
              <p:nvPr/>
            </p:nvSpPr>
            <p:spPr>
              <a:xfrm rot="745764">
                <a:off x="1423574" y="2946958"/>
                <a:ext cx="162634" cy="621980"/>
              </a:xfrm>
              <a:prstGeom prst="flowChartProcess">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55" name="四角形: 1 つの角を切り取り 1 つの角を丸める 1754">
                <a:extLst>
                  <a:ext uri="{FF2B5EF4-FFF2-40B4-BE49-F238E27FC236}">
                    <a16:creationId xmlns:a16="http://schemas.microsoft.com/office/drawing/2014/main" id="{3CDDABA7-5E53-46CA-331D-5AF19CB80E6C}"/>
                  </a:ext>
                </a:extLst>
              </p:cNvPr>
              <p:cNvSpPr/>
              <p:nvPr/>
            </p:nvSpPr>
            <p:spPr>
              <a:xfrm flipV="1">
                <a:off x="1190352" y="3470971"/>
                <a:ext cx="534729" cy="216359"/>
              </a:xfrm>
              <a:prstGeom prst="snipRoundRect">
                <a:avLst>
                  <a:gd name="adj1" fmla="val 16667"/>
                  <a:gd name="adj2"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56" name="四角形: 上の 2 つの角を切り取る 1755">
                <a:extLst>
                  <a:ext uri="{FF2B5EF4-FFF2-40B4-BE49-F238E27FC236}">
                    <a16:creationId xmlns:a16="http://schemas.microsoft.com/office/drawing/2014/main" id="{B7A81E03-344D-0D8D-9E64-27086F570655}"/>
                  </a:ext>
                </a:extLst>
              </p:cNvPr>
              <p:cNvSpPr/>
              <p:nvPr/>
            </p:nvSpPr>
            <p:spPr>
              <a:xfrm rot="5400000">
                <a:off x="1338958" y="2456069"/>
                <a:ext cx="331865" cy="744992"/>
              </a:xfrm>
              <a:prstGeom prst="snip2SameRect">
                <a:avLst>
                  <a:gd name="adj1" fmla="val 24320"/>
                  <a:gd name="adj2" fmla="val 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58" name="四角形: 上の 2 つの角を切り取る 1757">
                <a:extLst>
                  <a:ext uri="{FF2B5EF4-FFF2-40B4-BE49-F238E27FC236}">
                    <a16:creationId xmlns:a16="http://schemas.microsoft.com/office/drawing/2014/main" id="{F58F61D5-86A6-5FED-3D79-FD928B4A3E52}"/>
                  </a:ext>
                </a:extLst>
              </p:cNvPr>
              <p:cNvSpPr/>
              <p:nvPr/>
            </p:nvSpPr>
            <p:spPr>
              <a:xfrm rot="5400000">
                <a:off x="1720181" y="2244011"/>
                <a:ext cx="94685" cy="1167458"/>
              </a:xfrm>
              <a:prstGeom prst="snip2SameRect">
                <a:avLst>
                  <a:gd name="adj1" fmla="val 50000"/>
                  <a:gd name="adj2" fmla="val 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grpSp>
        <p:nvGrpSpPr>
          <p:cNvPr id="1845" name="グループ化 1844">
            <a:extLst>
              <a:ext uri="{FF2B5EF4-FFF2-40B4-BE49-F238E27FC236}">
                <a16:creationId xmlns:a16="http://schemas.microsoft.com/office/drawing/2014/main" id="{8DCA2087-91DB-CC5C-4227-CEEB042CF482}"/>
              </a:ext>
            </a:extLst>
          </p:cNvPr>
          <p:cNvGrpSpPr/>
          <p:nvPr/>
        </p:nvGrpSpPr>
        <p:grpSpPr>
          <a:xfrm>
            <a:off x="2933315" y="4193672"/>
            <a:ext cx="2285451" cy="2651123"/>
            <a:chOff x="1608047" y="1675845"/>
            <a:chExt cx="2285451" cy="2651123"/>
          </a:xfrm>
        </p:grpSpPr>
        <p:sp>
          <p:nvSpPr>
            <p:cNvPr id="1734" name="六角形 1733">
              <a:extLst>
                <a:ext uri="{FF2B5EF4-FFF2-40B4-BE49-F238E27FC236}">
                  <a16:creationId xmlns:a16="http://schemas.microsoft.com/office/drawing/2014/main" id="{2AC04455-52D7-8260-89EB-61F0ED29C1B0}"/>
                </a:ext>
              </a:extLst>
            </p:cNvPr>
            <p:cNvSpPr>
              <a:spLocks noChangeAspect="1"/>
            </p:cNvSpPr>
            <p:nvPr/>
          </p:nvSpPr>
          <p:spPr>
            <a:xfrm rot="5400000">
              <a:off x="1425211" y="1858681"/>
              <a:ext cx="2651123" cy="2285451"/>
            </a:xfrm>
            <a:prstGeom prst="hexagon">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1844" name="グループ化 1843">
              <a:extLst>
                <a:ext uri="{FF2B5EF4-FFF2-40B4-BE49-F238E27FC236}">
                  <a16:creationId xmlns:a16="http://schemas.microsoft.com/office/drawing/2014/main" id="{548725F9-4175-D964-8A3F-1674B4077583}"/>
                </a:ext>
              </a:extLst>
            </p:cNvPr>
            <p:cNvGrpSpPr/>
            <p:nvPr/>
          </p:nvGrpSpPr>
          <p:grpSpPr>
            <a:xfrm>
              <a:off x="2023713" y="2268207"/>
              <a:ext cx="1454118" cy="1454118"/>
              <a:chOff x="2047047" y="2274347"/>
              <a:chExt cx="1454118" cy="1454118"/>
            </a:xfrm>
          </p:grpSpPr>
          <p:grpSp>
            <p:nvGrpSpPr>
              <p:cNvPr id="1842" name="グループ化 1841">
                <a:extLst>
                  <a:ext uri="{FF2B5EF4-FFF2-40B4-BE49-F238E27FC236}">
                    <a16:creationId xmlns:a16="http://schemas.microsoft.com/office/drawing/2014/main" id="{A3E91BED-5A74-1AD4-7E8A-8719780A41D8}"/>
                  </a:ext>
                </a:extLst>
              </p:cNvPr>
              <p:cNvGrpSpPr/>
              <p:nvPr/>
            </p:nvGrpSpPr>
            <p:grpSpPr>
              <a:xfrm>
                <a:off x="2047047" y="2274347"/>
                <a:ext cx="1454118" cy="1454118"/>
                <a:chOff x="2047047" y="2274347"/>
                <a:chExt cx="1454118" cy="1454118"/>
              </a:xfrm>
            </p:grpSpPr>
            <p:sp>
              <p:nvSpPr>
                <p:cNvPr id="1763" name="四角形: 角を丸くする 1762">
                  <a:extLst>
                    <a:ext uri="{FF2B5EF4-FFF2-40B4-BE49-F238E27FC236}">
                      <a16:creationId xmlns:a16="http://schemas.microsoft.com/office/drawing/2014/main" id="{367649CB-AA28-8DB4-0C1C-B9912F63FB07}"/>
                    </a:ext>
                  </a:extLst>
                </p:cNvPr>
                <p:cNvSpPr/>
                <p:nvPr/>
              </p:nvSpPr>
              <p:spPr>
                <a:xfrm>
                  <a:off x="2203555" y="2412146"/>
                  <a:ext cx="1132834" cy="1178519"/>
                </a:xfrm>
                <a:prstGeom prst="round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770" name="グループ化 1769">
                  <a:extLst>
                    <a:ext uri="{FF2B5EF4-FFF2-40B4-BE49-F238E27FC236}">
                      <a16:creationId xmlns:a16="http://schemas.microsoft.com/office/drawing/2014/main" id="{7753584C-906C-C3F7-F2A7-EBD870AA0B63}"/>
                    </a:ext>
                  </a:extLst>
                </p:cNvPr>
                <p:cNvGrpSpPr/>
                <p:nvPr/>
              </p:nvGrpSpPr>
              <p:grpSpPr>
                <a:xfrm>
                  <a:off x="2047047" y="2596827"/>
                  <a:ext cx="1454118" cy="800359"/>
                  <a:chOff x="2035854" y="2612701"/>
                  <a:chExt cx="1454118" cy="800359"/>
                </a:xfrm>
              </p:grpSpPr>
              <p:sp>
                <p:nvSpPr>
                  <p:cNvPr id="1764" name="四角形: 角を丸くする 1763">
                    <a:extLst>
                      <a:ext uri="{FF2B5EF4-FFF2-40B4-BE49-F238E27FC236}">
                        <a16:creationId xmlns:a16="http://schemas.microsoft.com/office/drawing/2014/main" id="{7D402C74-69DD-0C2E-828B-D70764657F06}"/>
                      </a:ext>
                    </a:extLst>
                  </p:cNvPr>
                  <p:cNvSpPr/>
                  <p:nvPr/>
                </p:nvSpPr>
                <p:spPr>
                  <a:xfrm>
                    <a:off x="2035854" y="2612701"/>
                    <a:ext cx="1440000" cy="72000"/>
                  </a:xfrm>
                  <a:prstGeom prst="round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67" name="四角形: 角を丸くする 1766">
                    <a:extLst>
                      <a:ext uri="{FF2B5EF4-FFF2-40B4-BE49-F238E27FC236}">
                        <a16:creationId xmlns:a16="http://schemas.microsoft.com/office/drawing/2014/main" id="{8FD7676A-DD2D-3622-321A-9F436151642C}"/>
                      </a:ext>
                    </a:extLst>
                  </p:cNvPr>
                  <p:cNvSpPr/>
                  <p:nvPr/>
                </p:nvSpPr>
                <p:spPr>
                  <a:xfrm>
                    <a:off x="2049972" y="3341060"/>
                    <a:ext cx="1440000" cy="72000"/>
                  </a:xfrm>
                  <a:prstGeom prst="round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771" name="グループ化 1770">
                  <a:extLst>
                    <a:ext uri="{FF2B5EF4-FFF2-40B4-BE49-F238E27FC236}">
                      <a16:creationId xmlns:a16="http://schemas.microsoft.com/office/drawing/2014/main" id="{F7BDEC0A-235E-B37B-8241-098BB90604C0}"/>
                    </a:ext>
                  </a:extLst>
                </p:cNvPr>
                <p:cNvGrpSpPr/>
                <p:nvPr/>
              </p:nvGrpSpPr>
              <p:grpSpPr>
                <a:xfrm rot="5400000">
                  <a:off x="2039987" y="2601226"/>
                  <a:ext cx="1454118" cy="800359"/>
                  <a:chOff x="2035854" y="2612701"/>
                  <a:chExt cx="1454118" cy="800359"/>
                </a:xfrm>
              </p:grpSpPr>
              <p:sp>
                <p:nvSpPr>
                  <p:cNvPr id="1772" name="四角形: 角を丸くする 1771">
                    <a:extLst>
                      <a:ext uri="{FF2B5EF4-FFF2-40B4-BE49-F238E27FC236}">
                        <a16:creationId xmlns:a16="http://schemas.microsoft.com/office/drawing/2014/main" id="{69B9D0E2-745D-5F58-C48B-740056AA392D}"/>
                      </a:ext>
                    </a:extLst>
                  </p:cNvPr>
                  <p:cNvSpPr/>
                  <p:nvPr/>
                </p:nvSpPr>
                <p:spPr>
                  <a:xfrm>
                    <a:off x="2035854" y="2612701"/>
                    <a:ext cx="1440000" cy="72000"/>
                  </a:xfrm>
                  <a:prstGeom prst="round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73" name="四角形: 角を丸くする 1772">
                    <a:extLst>
                      <a:ext uri="{FF2B5EF4-FFF2-40B4-BE49-F238E27FC236}">
                        <a16:creationId xmlns:a16="http://schemas.microsoft.com/office/drawing/2014/main" id="{526318A8-845B-054A-6CA8-A623E29FEF39}"/>
                      </a:ext>
                    </a:extLst>
                  </p:cNvPr>
                  <p:cNvSpPr/>
                  <p:nvPr/>
                </p:nvSpPr>
                <p:spPr>
                  <a:xfrm>
                    <a:off x="2049972" y="3341060"/>
                    <a:ext cx="1440000" cy="72000"/>
                  </a:xfrm>
                  <a:prstGeom prst="round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1843" name="グループ化 1842">
                <a:extLst>
                  <a:ext uri="{FF2B5EF4-FFF2-40B4-BE49-F238E27FC236}">
                    <a16:creationId xmlns:a16="http://schemas.microsoft.com/office/drawing/2014/main" id="{02DFE0D2-67FA-F174-0B47-5062218D7829}"/>
                  </a:ext>
                </a:extLst>
              </p:cNvPr>
              <p:cNvGrpSpPr/>
              <p:nvPr/>
            </p:nvGrpSpPr>
            <p:grpSpPr>
              <a:xfrm>
                <a:off x="2252503" y="2459958"/>
                <a:ext cx="1040320" cy="1113762"/>
                <a:chOff x="2252503" y="2459958"/>
                <a:chExt cx="1040320" cy="1113762"/>
              </a:xfrm>
            </p:grpSpPr>
            <p:grpSp>
              <p:nvGrpSpPr>
                <p:cNvPr id="1840" name="グループ化 1839">
                  <a:extLst>
                    <a:ext uri="{FF2B5EF4-FFF2-40B4-BE49-F238E27FC236}">
                      <a16:creationId xmlns:a16="http://schemas.microsoft.com/office/drawing/2014/main" id="{AFFD1CBD-4161-8EAF-89D4-4DF9DBA5B63C}"/>
                    </a:ext>
                  </a:extLst>
                </p:cNvPr>
                <p:cNvGrpSpPr/>
                <p:nvPr/>
              </p:nvGrpSpPr>
              <p:grpSpPr>
                <a:xfrm>
                  <a:off x="2379937" y="2469409"/>
                  <a:ext cx="222128" cy="383075"/>
                  <a:chOff x="2379937" y="2469409"/>
                  <a:chExt cx="222128" cy="383075"/>
                </a:xfrm>
              </p:grpSpPr>
              <p:cxnSp>
                <p:nvCxnSpPr>
                  <p:cNvPr id="1775" name="コネクタ: カギ線 1774">
                    <a:extLst>
                      <a:ext uri="{FF2B5EF4-FFF2-40B4-BE49-F238E27FC236}">
                        <a16:creationId xmlns:a16="http://schemas.microsoft.com/office/drawing/2014/main" id="{E261C1D4-ED5E-23C6-38C0-48C4CE17497F}"/>
                      </a:ext>
                    </a:extLst>
                  </p:cNvPr>
                  <p:cNvCxnSpPr>
                    <a:cxnSpLocks/>
                  </p:cNvCxnSpPr>
                  <p:nvPr/>
                </p:nvCxnSpPr>
                <p:spPr>
                  <a:xfrm rot="16200000" flipH="1">
                    <a:off x="2309204" y="2574350"/>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798" name="楕円 1797">
                    <a:extLst>
                      <a:ext uri="{FF2B5EF4-FFF2-40B4-BE49-F238E27FC236}">
                        <a16:creationId xmlns:a16="http://schemas.microsoft.com/office/drawing/2014/main" id="{701BC3F0-9E16-8F15-366B-BD8C0FFF8C08}"/>
                      </a:ext>
                    </a:extLst>
                  </p:cNvPr>
                  <p:cNvSpPr>
                    <a:spLocks noChangeAspect="1"/>
                  </p:cNvSpPr>
                  <p:nvPr/>
                </p:nvSpPr>
                <p:spPr>
                  <a:xfrm>
                    <a:off x="2379937" y="2469409"/>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799" name="楕円 1798">
                    <a:extLst>
                      <a:ext uri="{FF2B5EF4-FFF2-40B4-BE49-F238E27FC236}">
                        <a16:creationId xmlns:a16="http://schemas.microsoft.com/office/drawing/2014/main" id="{F8A908D3-2C34-7501-520A-30A2122700EC}"/>
                      </a:ext>
                    </a:extLst>
                  </p:cNvPr>
                  <p:cNvSpPr>
                    <a:spLocks noChangeAspect="1"/>
                  </p:cNvSpPr>
                  <p:nvPr/>
                </p:nvSpPr>
                <p:spPr>
                  <a:xfrm>
                    <a:off x="2566065" y="2816484"/>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39" name="グループ化 1838">
                  <a:extLst>
                    <a:ext uri="{FF2B5EF4-FFF2-40B4-BE49-F238E27FC236}">
                      <a16:creationId xmlns:a16="http://schemas.microsoft.com/office/drawing/2014/main" id="{F5B61C9C-3349-FF93-35D4-838102B2688E}"/>
                    </a:ext>
                  </a:extLst>
                </p:cNvPr>
                <p:cNvGrpSpPr/>
                <p:nvPr/>
              </p:nvGrpSpPr>
              <p:grpSpPr>
                <a:xfrm>
                  <a:off x="2321591" y="2723872"/>
                  <a:ext cx="216104" cy="387559"/>
                  <a:chOff x="2321591" y="2723872"/>
                  <a:chExt cx="216104" cy="387559"/>
                </a:xfrm>
              </p:grpSpPr>
              <p:cxnSp>
                <p:nvCxnSpPr>
                  <p:cNvPr id="1786" name="コネクタ: カギ線 1785">
                    <a:extLst>
                      <a:ext uri="{FF2B5EF4-FFF2-40B4-BE49-F238E27FC236}">
                        <a16:creationId xmlns:a16="http://schemas.microsoft.com/office/drawing/2014/main" id="{31E185B4-F462-5BB1-7643-301CC664A20D}"/>
                      </a:ext>
                    </a:extLst>
                  </p:cNvPr>
                  <p:cNvCxnSpPr>
                    <a:cxnSpLocks/>
                  </p:cNvCxnSpPr>
                  <p:nvPr/>
                </p:nvCxnSpPr>
                <p:spPr>
                  <a:xfrm rot="5400000">
                    <a:off x="2248970" y="2828287"/>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00" name="楕円 1799">
                    <a:extLst>
                      <a:ext uri="{FF2B5EF4-FFF2-40B4-BE49-F238E27FC236}">
                        <a16:creationId xmlns:a16="http://schemas.microsoft.com/office/drawing/2014/main" id="{29EF5498-925C-1750-8472-4650C7C43399}"/>
                      </a:ext>
                    </a:extLst>
                  </p:cNvPr>
                  <p:cNvSpPr>
                    <a:spLocks noChangeAspect="1"/>
                  </p:cNvSpPr>
                  <p:nvPr/>
                </p:nvSpPr>
                <p:spPr>
                  <a:xfrm>
                    <a:off x="2501695" y="2723872"/>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01" name="楕円 1800">
                    <a:extLst>
                      <a:ext uri="{FF2B5EF4-FFF2-40B4-BE49-F238E27FC236}">
                        <a16:creationId xmlns:a16="http://schemas.microsoft.com/office/drawing/2014/main" id="{7882C51D-1C38-9D21-9E82-307C3CDCE831}"/>
                      </a:ext>
                    </a:extLst>
                  </p:cNvPr>
                  <p:cNvSpPr>
                    <a:spLocks noChangeAspect="1"/>
                  </p:cNvSpPr>
                  <p:nvPr/>
                </p:nvSpPr>
                <p:spPr>
                  <a:xfrm>
                    <a:off x="2321591" y="3075431"/>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41" name="グループ化 1840">
                  <a:extLst>
                    <a:ext uri="{FF2B5EF4-FFF2-40B4-BE49-F238E27FC236}">
                      <a16:creationId xmlns:a16="http://schemas.microsoft.com/office/drawing/2014/main" id="{14EA1111-5078-8A84-9AAB-D8AF7F527348}"/>
                    </a:ext>
                  </a:extLst>
                </p:cNvPr>
                <p:cNvGrpSpPr/>
                <p:nvPr/>
              </p:nvGrpSpPr>
              <p:grpSpPr>
                <a:xfrm>
                  <a:off x="2434856" y="2800275"/>
                  <a:ext cx="381550" cy="214731"/>
                  <a:chOff x="2434856" y="2800275"/>
                  <a:chExt cx="381550" cy="214731"/>
                </a:xfrm>
              </p:grpSpPr>
              <p:cxnSp>
                <p:nvCxnSpPr>
                  <p:cNvPr id="1779" name="コネクタ: カギ線 1778">
                    <a:extLst>
                      <a:ext uri="{FF2B5EF4-FFF2-40B4-BE49-F238E27FC236}">
                        <a16:creationId xmlns:a16="http://schemas.microsoft.com/office/drawing/2014/main" id="{BCED0046-F3B0-B9F0-2824-21BA89B9ACDF}"/>
                      </a:ext>
                    </a:extLst>
                  </p:cNvPr>
                  <p:cNvCxnSpPr>
                    <a:cxnSpLocks/>
                  </p:cNvCxnSpPr>
                  <p:nvPr/>
                </p:nvCxnSpPr>
                <p:spPr>
                  <a:xfrm flipH="1">
                    <a:off x="2447615" y="2817457"/>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02" name="楕円 1801">
                    <a:extLst>
                      <a:ext uri="{FF2B5EF4-FFF2-40B4-BE49-F238E27FC236}">
                        <a16:creationId xmlns:a16="http://schemas.microsoft.com/office/drawing/2014/main" id="{A65AEB9D-EDC8-3148-87F3-694613F3B5BB}"/>
                      </a:ext>
                    </a:extLst>
                  </p:cNvPr>
                  <p:cNvSpPr>
                    <a:spLocks noChangeAspect="1"/>
                  </p:cNvSpPr>
                  <p:nvPr/>
                </p:nvSpPr>
                <p:spPr>
                  <a:xfrm>
                    <a:off x="2780406" y="2800275"/>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04" name="楕円 1803">
                    <a:extLst>
                      <a:ext uri="{FF2B5EF4-FFF2-40B4-BE49-F238E27FC236}">
                        <a16:creationId xmlns:a16="http://schemas.microsoft.com/office/drawing/2014/main" id="{A0C756F1-EA7B-73CD-6755-53410FD11CCF}"/>
                      </a:ext>
                    </a:extLst>
                  </p:cNvPr>
                  <p:cNvSpPr>
                    <a:spLocks noChangeAspect="1"/>
                  </p:cNvSpPr>
                  <p:nvPr/>
                </p:nvSpPr>
                <p:spPr>
                  <a:xfrm>
                    <a:off x="2434856" y="2979006"/>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32" name="グループ化 1831">
                  <a:extLst>
                    <a:ext uri="{FF2B5EF4-FFF2-40B4-BE49-F238E27FC236}">
                      <a16:creationId xmlns:a16="http://schemas.microsoft.com/office/drawing/2014/main" id="{E7DE0998-3937-CCFA-78CE-AA066A1D0390}"/>
                    </a:ext>
                  </a:extLst>
                </p:cNvPr>
                <p:cNvGrpSpPr/>
                <p:nvPr/>
              </p:nvGrpSpPr>
              <p:grpSpPr>
                <a:xfrm>
                  <a:off x="2266453" y="3038520"/>
                  <a:ext cx="386317" cy="211710"/>
                  <a:chOff x="2266453" y="3038520"/>
                  <a:chExt cx="386317" cy="211710"/>
                </a:xfrm>
              </p:grpSpPr>
              <p:cxnSp>
                <p:nvCxnSpPr>
                  <p:cNvPr id="1784" name="コネクタ: カギ線 1783">
                    <a:extLst>
                      <a:ext uri="{FF2B5EF4-FFF2-40B4-BE49-F238E27FC236}">
                        <a16:creationId xmlns:a16="http://schemas.microsoft.com/office/drawing/2014/main" id="{744CAB52-74BA-EC77-4D92-C3914D45D07F}"/>
                      </a:ext>
                    </a:extLst>
                  </p:cNvPr>
                  <p:cNvCxnSpPr>
                    <a:cxnSpLocks/>
                  </p:cNvCxnSpPr>
                  <p:nvPr/>
                </p:nvCxnSpPr>
                <p:spPr>
                  <a:xfrm flipH="1">
                    <a:off x="2275007" y="3056087"/>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05" name="楕円 1804">
                    <a:extLst>
                      <a:ext uri="{FF2B5EF4-FFF2-40B4-BE49-F238E27FC236}">
                        <a16:creationId xmlns:a16="http://schemas.microsoft.com/office/drawing/2014/main" id="{4EB0EBFA-44AB-B2A9-235F-4B7436B6217D}"/>
                      </a:ext>
                    </a:extLst>
                  </p:cNvPr>
                  <p:cNvSpPr>
                    <a:spLocks noChangeAspect="1"/>
                  </p:cNvSpPr>
                  <p:nvPr/>
                </p:nvSpPr>
                <p:spPr>
                  <a:xfrm>
                    <a:off x="2616770" y="3038520"/>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06" name="楕円 1805">
                    <a:extLst>
                      <a:ext uri="{FF2B5EF4-FFF2-40B4-BE49-F238E27FC236}">
                        <a16:creationId xmlns:a16="http://schemas.microsoft.com/office/drawing/2014/main" id="{7E953EAE-65C8-EA21-38F3-00CBEBC54EEA}"/>
                      </a:ext>
                    </a:extLst>
                  </p:cNvPr>
                  <p:cNvSpPr>
                    <a:spLocks noChangeAspect="1"/>
                  </p:cNvSpPr>
                  <p:nvPr/>
                </p:nvSpPr>
                <p:spPr>
                  <a:xfrm>
                    <a:off x="2266453" y="3214230"/>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33" name="グループ化 1832">
                  <a:extLst>
                    <a:ext uri="{FF2B5EF4-FFF2-40B4-BE49-F238E27FC236}">
                      <a16:creationId xmlns:a16="http://schemas.microsoft.com/office/drawing/2014/main" id="{36320280-A693-4E5C-BDB6-07B95B7A9BB0}"/>
                    </a:ext>
                  </a:extLst>
                </p:cNvPr>
                <p:cNvGrpSpPr/>
                <p:nvPr/>
              </p:nvGrpSpPr>
              <p:grpSpPr>
                <a:xfrm>
                  <a:off x="2484438" y="2951203"/>
                  <a:ext cx="394651" cy="213342"/>
                  <a:chOff x="2484438" y="2951203"/>
                  <a:chExt cx="394651" cy="213342"/>
                </a:xfrm>
              </p:grpSpPr>
              <p:cxnSp>
                <p:nvCxnSpPr>
                  <p:cNvPr id="1788" name="コネクタ: カギ線 1787">
                    <a:extLst>
                      <a:ext uri="{FF2B5EF4-FFF2-40B4-BE49-F238E27FC236}">
                        <a16:creationId xmlns:a16="http://schemas.microsoft.com/office/drawing/2014/main" id="{72D31036-D1E1-61C8-5E86-03EDBCD23F08}"/>
                      </a:ext>
                    </a:extLst>
                  </p:cNvPr>
                  <p:cNvCxnSpPr>
                    <a:cxnSpLocks/>
                  </p:cNvCxnSpPr>
                  <p:nvPr/>
                </p:nvCxnSpPr>
                <p:spPr>
                  <a:xfrm flipH="1">
                    <a:off x="2500684" y="2965114"/>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09" name="楕円 1808">
                    <a:extLst>
                      <a:ext uri="{FF2B5EF4-FFF2-40B4-BE49-F238E27FC236}">
                        <a16:creationId xmlns:a16="http://schemas.microsoft.com/office/drawing/2014/main" id="{02223AB8-99A7-6273-3B06-08F5ED625E25}"/>
                      </a:ext>
                    </a:extLst>
                  </p:cNvPr>
                  <p:cNvSpPr>
                    <a:spLocks noChangeAspect="1"/>
                  </p:cNvSpPr>
                  <p:nvPr/>
                </p:nvSpPr>
                <p:spPr>
                  <a:xfrm>
                    <a:off x="2484438" y="3128545"/>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10" name="楕円 1809">
                    <a:extLst>
                      <a:ext uri="{FF2B5EF4-FFF2-40B4-BE49-F238E27FC236}">
                        <a16:creationId xmlns:a16="http://schemas.microsoft.com/office/drawing/2014/main" id="{5DC82022-EFCB-17A1-5B6A-26AC0AA99589}"/>
                      </a:ext>
                    </a:extLst>
                  </p:cNvPr>
                  <p:cNvSpPr>
                    <a:spLocks noChangeAspect="1"/>
                  </p:cNvSpPr>
                  <p:nvPr/>
                </p:nvSpPr>
                <p:spPr>
                  <a:xfrm>
                    <a:off x="2843089" y="2951203"/>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34" name="グループ化 1833">
                  <a:extLst>
                    <a:ext uri="{FF2B5EF4-FFF2-40B4-BE49-F238E27FC236}">
                      <a16:creationId xmlns:a16="http://schemas.microsoft.com/office/drawing/2014/main" id="{0B4AB572-D920-2914-371A-31BE6B04C708}"/>
                    </a:ext>
                  </a:extLst>
                </p:cNvPr>
                <p:cNvGrpSpPr/>
                <p:nvPr/>
              </p:nvGrpSpPr>
              <p:grpSpPr>
                <a:xfrm>
                  <a:off x="2717949" y="3006457"/>
                  <a:ext cx="386163" cy="217860"/>
                  <a:chOff x="2717949" y="3006457"/>
                  <a:chExt cx="386163" cy="217860"/>
                </a:xfrm>
              </p:grpSpPr>
              <p:cxnSp>
                <p:nvCxnSpPr>
                  <p:cNvPr id="1790" name="コネクタ: カギ線 1789">
                    <a:extLst>
                      <a:ext uri="{FF2B5EF4-FFF2-40B4-BE49-F238E27FC236}">
                        <a16:creationId xmlns:a16="http://schemas.microsoft.com/office/drawing/2014/main" id="{C67E2F90-3F68-78C7-73B8-7013E144F931}"/>
                      </a:ext>
                    </a:extLst>
                  </p:cNvPr>
                  <p:cNvCxnSpPr>
                    <a:cxnSpLocks/>
                  </p:cNvCxnSpPr>
                  <p:nvPr/>
                </p:nvCxnSpPr>
                <p:spPr>
                  <a:xfrm>
                    <a:off x="2729870" y="3024977"/>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11" name="楕円 1810">
                    <a:extLst>
                      <a:ext uri="{FF2B5EF4-FFF2-40B4-BE49-F238E27FC236}">
                        <a16:creationId xmlns:a16="http://schemas.microsoft.com/office/drawing/2014/main" id="{AE69FFB0-AE66-B181-D34D-9DC9F424BF4A}"/>
                      </a:ext>
                    </a:extLst>
                  </p:cNvPr>
                  <p:cNvSpPr>
                    <a:spLocks noChangeAspect="1"/>
                  </p:cNvSpPr>
                  <p:nvPr/>
                </p:nvSpPr>
                <p:spPr>
                  <a:xfrm>
                    <a:off x="2717949" y="3006457"/>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12" name="楕円 1811">
                    <a:extLst>
                      <a:ext uri="{FF2B5EF4-FFF2-40B4-BE49-F238E27FC236}">
                        <a16:creationId xmlns:a16="http://schemas.microsoft.com/office/drawing/2014/main" id="{D5250840-CBD5-569B-9B8E-45FDAFCA88DE}"/>
                      </a:ext>
                    </a:extLst>
                  </p:cNvPr>
                  <p:cNvSpPr>
                    <a:spLocks noChangeAspect="1"/>
                  </p:cNvSpPr>
                  <p:nvPr/>
                </p:nvSpPr>
                <p:spPr>
                  <a:xfrm>
                    <a:off x="3068112" y="3188317"/>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37" name="グループ化 1836">
                  <a:extLst>
                    <a:ext uri="{FF2B5EF4-FFF2-40B4-BE49-F238E27FC236}">
                      <a16:creationId xmlns:a16="http://schemas.microsoft.com/office/drawing/2014/main" id="{BC28204E-4E96-021B-EADF-3DD55656F0E3}"/>
                    </a:ext>
                  </a:extLst>
                </p:cNvPr>
                <p:cNvGrpSpPr/>
                <p:nvPr/>
              </p:nvGrpSpPr>
              <p:grpSpPr>
                <a:xfrm>
                  <a:off x="2918955" y="2459958"/>
                  <a:ext cx="214616" cy="381429"/>
                  <a:chOff x="2918955" y="2459958"/>
                  <a:chExt cx="214616" cy="381429"/>
                </a:xfrm>
              </p:grpSpPr>
              <p:cxnSp>
                <p:nvCxnSpPr>
                  <p:cNvPr id="1797" name="コネクタ: カギ線 1796">
                    <a:extLst>
                      <a:ext uri="{FF2B5EF4-FFF2-40B4-BE49-F238E27FC236}">
                        <a16:creationId xmlns:a16="http://schemas.microsoft.com/office/drawing/2014/main" id="{A03FFB0A-CCBA-00F4-BE69-EAE3BE40298A}"/>
                      </a:ext>
                    </a:extLst>
                  </p:cNvPr>
                  <p:cNvCxnSpPr>
                    <a:cxnSpLocks/>
                  </p:cNvCxnSpPr>
                  <p:nvPr/>
                </p:nvCxnSpPr>
                <p:spPr>
                  <a:xfrm rot="5400000">
                    <a:off x="2846327" y="2561865"/>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15" name="楕円 1814">
                    <a:extLst>
                      <a:ext uri="{FF2B5EF4-FFF2-40B4-BE49-F238E27FC236}">
                        <a16:creationId xmlns:a16="http://schemas.microsoft.com/office/drawing/2014/main" id="{EC757482-6744-24D6-C71A-9BE1D78218A6}"/>
                      </a:ext>
                    </a:extLst>
                  </p:cNvPr>
                  <p:cNvSpPr>
                    <a:spLocks noChangeAspect="1"/>
                  </p:cNvSpPr>
                  <p:nvPr/>
                </p:nvSpPr>
                <p:spPr>
                  <a:xfrm>
                    <a:off x="2918955" y="2805387"/>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16" name="楕円 1815">
                    <a:extLst>
                      <a:ext uri="{FF2B5EF4-FFF2-40B4-BE49-F238E27FC236}">
                        <a16:creationId xmlns:a16="http://schemas.microsoft.com/office/drawing/2014/main" id="{8A1333F5-C7AA-6FE8-94A3-7ADD570C1FB4}"/>
                      </a:ext>
                    </a:extLst>
                  </p:cNvPr>
                  <p:cNvSpPr>
                    <a:spLocks noChangeAspect="1"/>
                  </p:cNvSpPr>
                  <p:nvPr/>
                </p:nvSpPr>
                <p:spPr>
                  <a:xfrm>
                    <a:off x="3097571" y="2459958"/>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36" name="グループ化 1835">
                  <a:extLst>
                    <a:ext uri="{FF2B5EF4-FFF2-40B4-BE49-F238E27FC236}">
                      <a16:creationId xmlns:a16="http://schemas.microsoft.com/office/drawing/2014/main" id="{F81F5B8B-6E20-9293-1067-68C87DCCF17B}"/>
                    </a:ext>
                  </a:extLst>
                </p:cNvPr>
                <p:cNvGrpSpPr/>
                <p:nvPr/>
              </p:nvGrpSpPr>
              <p:grpSpPr>
                <a:xfrm>
                  <a:off x="2679531" y="2547672"/>
                  <a:ext cx="560294" cy="381514"/>
                  <a:chOff x="2679531" y="2547672"/>
                  <a:chExt cx="560294" cy="381514"/>
                </a:xfrm>
              </p:grpSpPr>
              <p:cxnSp>
                <p:nvCxnSpPr>
                  <p:cNvPr id="1782" name="コネクタ: カギ線 1781">
                    <a:extLst>
                      <a:ext uri="{FF2B5EF4-FFF2-40B4-BE49-F238E27FC236}">
                        <a16:creationId xmlns:a16="http://schemas.microsoft.com/office/drawing/2014/main" id="{16234A24-758E-796E-95CD-94C8AB431A3F}"/>
                      </a:ext>
                    </a:extLst>
                  </p:cNvPr>
                  <p:cNvCxnSpPr>
                    <a:cxnSpLocks/>
                  </p:cNvCxnSpPr>
                  <p:nvPr/>
                </p:nvCxnSpPr>
                <p:spPr>
                  <a:xfrm rot="5400000">
                    <a:off x="2952516" y="2659186"/>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cxnSp>
                <p:nvCxnSpPr>
                  <p:cNvPr id="1783" name="コネクタ: カギ線 1782">
                    <a:extLst>
                      <a:ext uri="{FF2B5EF4-FFF2-40B4-BE49-F238E27FC236}">
                        <a16:creationId xmlns:a16="http://schemas.microsoft.com/office/drawing/2014/main" id="{F8022671-2C63-783B-91C1-EE265A386E74}"/>
                      </a:ext>
                    </a:extLst>
                  </p:cNvPr>
                  <p:cNvCxnSpPr>
                    <a:cxnSpLocks/>
                  </p:cNvCxnSpPr>
                  <p:nvPr/>
                </p:nvCxnSpPr>
                <p:spPr>
                  <a:xfrm>
                    <a:off x="2688051" y="2741727"/>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03" name="楕円 1802">
                    <a:extLst>
                      <a:ext uri="{FF2B5EF4-FFF2-40B4-BE49-F238E27FC236}">
                        <a16:creationId xmlns:a16="http://schemas.microsoft.com/office/drawing/2014/main" id="{67CEE045-855A-4F9B-ECB3-E1502C0DA0E5}"/>
                      </a:ext>
                    </a:extLst>
                  </p:cNvPr>
                  <p:cNvSpPr>
                    <a:spLocks noChangeAspect="1"/>
                  </p:cNvSpPr>
                  <p:nvPr/>
                </p:nvSpPr>
                <p:spPr>
                  <a:xfrm>
                    <a:off x="2679531" y="2724655"/>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17" name="楕円 1816">
                    <a:extLst>
                      <a:ext uri="{FF2B5EF4-FFF2-40B4-BE49-F238E27FC236}">
                        <a16:creationId xmlns:a16="http://schemas.microsoft.com/office/drawing/2014/main" id="{0222256C-B353-DD0D-F534-746D07481B47}"/>
                      </a:ext>
                    </a:extLst>
                  </p:cNvPr>
                  <p:cNvSpPr>
                    <a:spLocks noChangeAspect="1"/>
                  </p:cNvSpPr>
                  <p:nvPr/>
                </p:nvSpPr>
                <p:spPr>
                  <a:xfrm>
                    <a:off x="3203825" y="2547672"/>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28" name="グループ化 1827">
                  <a:extLst>
                    <a:ext uri="{FF2B5EF4-FFF2-40B4-BE49-F238E27FC236}">
                      <a16:creationId xmlns:a16="http://schemas.microsoft.com/office/drawing/2014/main" id="{0996B17D-EAD1-2A4D-A9EF-6BECDD43CF36}"/>
                    </a:ext>
                  </a:extLst>
                </p:cNvPr>
                <p:cNvGrpSpPr/>
                <p:nvPr/>
              </p:nvGrpSpPr>
              <p:grpSpPr>
                <a:xfrm>
                  <a:off x="2556695" y="3263799"/>
                  <a:ext cx="378012" cy="212217"/>
                  <a:chOff x="2556695" y="3263799"/>
                  <a:chExt cx="378012" cy="212217"/>
                </a:xfrm>
              </p:grpSpPr>
              <p:cxnSp>
                <p:nvCxnSpPr>
                  <p:cNvPr id="1787" name="コネクタ: カギ線 1786">
                    <a:extLst>
                      <a:ext uri="{FF2B5EF4-FFF2-40B4-BE49-F238E27FC236}">
                        <a16:creationId xmlns:a16="http://schemas.microsoft.com/office/drawing/2014/main" id="{61DBC523-E843-F38A-D79E-325841BF3587}"/>
                      </a:ext>
                    </a:extLst>
                  </p:cNvPr>
                  <p:cNvCxnSpPr>
                    <a:cxnSpLocks/>
                  </p:cNvCxnSpPr>
                  <p:nvPr/>
                </p:nvCxnSpPr>
                <p:spPr>
                  <a:xfrm>
                    <a:off x="2556705" y="3279474"/>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19" name="楕円 1818">
                    <a:extLst>
                      <a:ext uri="{FF2B5EF4-FFF2-40B4-BE49-F238E27FC236}">
                        <a16:creationId xmlns:a16="http://schemas.microsoft.com/office/drawing/2014/main" id="{C219BF04-D5B4-D2E7-1E09-453649D062A9}"/>
                      </a:ext>
                    </a:extLst>
                  </p:cNvPr>
                  <p:cNvSpPr>
                    <a:spLocks noChangeAspect="1"/>
                  </p:cNvSpPr>
                  <p:nvPr/>
                </p:nvSpPr>
                <p:spPr>
                  <a:xfrm>
                    <a:off x="2898707" y="3440016"/>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20" name="楕円 1819">
                    <a:extLst>
                      <a:ext uri="{FF2B5EF4-FFF2-40B4-BE49-F238E27FC236}">
                        <a16:creationId xmlns:a16="http://schemas.microsoft.com/office/drawing/2014/main" id="{52833B50-2AB0-3F97-F7BD-E471540044AA}"/>
                      </a:ext>
                    </a:extLst>
                  </p:cNvPr>
                  <p:cNvSpPr>
                    <a:spLocks noChangeAspect="1"/>
                  </p:cNvSpPr>
                  <p:nvPr/>
                </p:nvSpPr>
                <p:spPr>
                  <a:xfrm>
                    <a:off x="2556695" y="3263799"/>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38" name="グループ化 1837">
                  <a:extLst>
                    <a:ext uri="{FF2B5EF4-FFF2-40B4-BE49-F238E27FC236}">
                      <a16:creationId xmlns:a16="http://schemas.microsoft.com/office/drawing/2014/main" id="{767ED811-6C64-62CA-7534-CDDEB6B198BC}"/>
                    </a:ext>
                  </a:extLst>
                </p:cNvPr>
                <p:cNvGrpSpPr/>
                <p:nvPr/>
              </p:nvGrpSpPr>
              <p:grpSpPr>
                <a:xfrm>
                  <a:off x="2252503" y="3290339"/>
                  <a:ext cx="394771" cy="214135"/>
                  <a:chOff x="2252503" y="3290339"/>
                  <a:chExt cx="394771" cy="214135"/>
                </a:xfrm>
              </p:grpSpPr>
              <p:cxnSp>
                <p:nvCxnSpPr>
                  <p:cNvPr id="1780" name="コネクタ: カギ線 1779">
                    <a:extLst>
                      <a:ext uri="{FF2B5EF4-FFF2-40B4-BE49-F238E27FC236}">
                        <a16:creationId xmlns:a16="http://schemas.microsoft.com/office/drawing/2014/main" id="{101EEBE2-7D91-D764-E651-BAAD1740466E}"/>
                      </a:ext>
                    </a:extLst>
                  </p:cNvPr>
                  <p:cNvCxnSpPr>
                    <a:cxnSpLocks/>
                  </p:cNvCxnSpPr>
                  <p:nvPr/>
                </p:nvCxnSpPr>
                <p:spPr>
                  <a:xfrm>
                    <a:off x="2270705" y="3307186"/>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07" name="楕円 1806">
                    <a:extLst>
                      <a:ext uri="{FF2B5EF4-FFF2-40B4-BE49-F238E27FC236}">
                        <a16:creationId xmlns:a16="http://schemas.microsoft.com/office/drawing/2014/main" id="{78F0BAFE-F592-95D5-DADC-DD0D25B505FA}"/>
                      </a:ext>
                    </a:extLst>
                  </p:cNvPr>
                  <p:cNvSpPr>
                    <a:spLocks noChangeAspect="1"/>
                  </p:cNvSpPr>
                  <p:nvPr/>
                </p:nvSpPr>
                <p:spPr>
                  <a:xfrm>
                    <a:off x="2252503" y="3290339"/>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18" name="楕円 1817">
                    <a:extLst>
                      <a:ext uri="{FF2B5EF4-FFF2-40B4-BE49-F238E27FC236}">
                        <a16:creationId xmlns:a16="http://schemas.microsoft.com/office/drawing/2014/main" id="{48B3A520-D851-C42B-326D-8F0A8C553765}"/>
                      </a:ext>
                    </a:extLst>
                  </p:cNvPr>
                  <p:cNvSpPr>
                    <a:spLocks noChangeAspect="1"/>
                  </p:cNvSpPr>
                  <p:nvPr/>
                </p:nvSpPr>
                <p:spPr>
                  <a:xfrm>
                    <a:off x="2611274" y="3468474"/>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29" name="グループ化 1828">
                  <a:extLst>
                    <a:ext uri="{FF2B5EF4-FFF2-40B4-BE49-F238E27FC236}">
                      <a16:creationId xmlns:a16="http://schemas.microsoft.com/office/drawing/2014/main" id="{A9702FD6-AE9F-F9F9-53E0-8378674A65C9}"/>
                    </a:ext>
                  </a:extLst>
                </p:cNvPr>
                <p:cNvGrpSpPr/>
                <p:nvPr/>
              </p:nvGrpSpPr>
              <p:grpSpPr>
                <a:xfrm>
                  <a:off x="2489204" y="3190829"/>
                  <a:ext cx="211493" cy="382891"/>
                  <a:chOff x="2489204" y="3190829"/>
                  <a:chExt cx="211493" cy="382891"/>
                </a:xfrm>
              </p:grpSpPr>
              <p:cxnSp>
                <p:nvCxnSpPr>
                  <p:cNvPr id="1785" name="コネクタ: カギ線 1784">
                    <a:extLst>
                      <a:ext uri="{FF2B5EF4-FFF2-40B4-BE49-F238E27FC236}">
                        <a16:creationId xmlns:a16="http://schemas.microsoft.com/office/drawing/2014/main" id="{44A652F3-F95F-C5DF-9C40-3230D935043F}"/>
                      </a:ext>
                    </a:extLst>
                  </p:cNvPr>
                  <p:cNvCxnSpPr>
                    <a:cxnSpLocks/>
                  </p:cNvCxnSpPr>
                  <p:nvPr/>
                </p:nvCxnSpPr>
                <p:spPr>
                  <a:xfrm rot="16200000" flipH="1">
                    <a:off x="2412695" y="3295449"/>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08" name="楕円 1807">
                    <a:extLst>
                      <a:ext uri="{FF2B5EF4-FFF2-40B4-BE49-F238E27FC236}">
                        <a16:creationId xmlns:a16="http://schemas.microsoft.com/office/drawing/2014/main" id="{97FB8B89-F84D-973C-0C12-5139A7B4072B}"/>
                      </a:ext>
                    </a:extLst>
                  </p:cNvPr>
                  <p:cNvSpPr>
                    <a:spLocks noChangeAspect="1"/>
                  </p:cNvSpPr>
                  <p:nvPr/>
                </p:nvSpPr>
                <p:spPr>
                  <a:xfrm>
                    <a:off x="2489204" y="3190829"/>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21" name="楕円 1820">
                    <a:extLst>
                      <a:ext uri="{FF2B5EF4-FFF2-40B4-BE49-F238E27FC236}">
                        <a16:creationId xmlns:a16="http://schemas.microsoft.com/office/drawing/2014/main" id="{5049EAD7-BD74-10C9-E6AE-7E5043C5B75A}"/>
                      </a:ext>
                    </a:extLst>
                  </p:cNvPr>
                  <p:cNvSpPr>
                    <a:spLocks noChangeAspect="1"/>
                  </p:cNvSpPr>
                  <p:nvPr/>
                </p:nvSpPr>
                <p:spPr>
                  <a:xfrm>
                    <a:off x="2664697" y="3537720"/>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26" name="グループ化 1825">
                  <a:extLst>
                    <a:ext uri="{FF2B5EF4-FFF2-40B4-BE49-F238E27FC236}">
                      <a16:creationId xmlns:a16="http://schemas.microsoft.com/office/drawing/2014/main" id="{CEAFB1A2-B512-34A1-6D1C-D4DF8C4D3E47}"/>
                    </a:ext>
                  </a:extLst>
                </p:cNvPr>
                <p:cNvGrpSpPr/>
                <p:nvPr/>
              </p:nvGrpSpPr>
              <p:grpSpPr>
                <a:xfrm>
                  <a:off x="2881072" y="3320318"/>
                  <a:ext cx="387311" cy="217020"/>
                  <a:chOff x="2881072" y="3320318"/>
                  <a:chExt cx="387311" cy="217020"/>
                </a:xfrm>
              </p:grpSpPr>
              <p:cxnSp>
                <p:nvCxnSpPr>
                  <p:cNvPr id="1792" name="コネクタ: カギ線 1791">
                    <a:extLst>
                      <a:ext uri="{FF2B5EF4-FFF2-40B4-BE49-F238E27FC236}">
                        <a16:creationId xmlns:a16="http://schemas.microsoft.com/office/drawing/2014/main" id="{469D18AF-F658-4651-4842-2E210A67E08D}"/>
                      </a:ext>
                    </a:extLst>
                  </p:cNvPr>
                  <p:cNvCxnSpPr>
                    <a:cxnSpLocks/>
                  </p:cNvCxnSpPr>
                  <p:nvPr/>
                </p:nvCxnSpPr>
                <p:spPr>
                  <a:xfrm flipH="1">
                    <a:off x="2893213" y="3339337"/>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22" name="楕円 1821">
                    <a:extLst>
                      <a:ext uri="{FF2B5EF4-FFF2-40B4-BE49-F238E27FC236}">
                        <a16:creationId xmlns:a16="http://schemas.microsoft.com/office/drawing/2014/main" id="{96B3D53A-FF04-E0EB-31CF-40F9AA9EA283}"/>
                      </a:ext>
                    </a:extLst>
                  </p:cNvPr>
                  <p:cNvSpPr>
                    <a:spLocks noChangeAspect="1"/>
                  </p:cNvSpPr>
                  <p:nvPr/>
                </p:nvSpPr>
                <p:spPr>
                  <a:xfrm>
                    <a:off x="2881072" y="3501338"/>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23" name="楕円 1822">
                    <a:extLst>
                      <a:ext uri="{FF2B5EF4-FFF2-40B4-BE49-F238E27FC236}">
                        <a16:creationId xmlns:a16="http://schemas.microsoft.com/office/drawing/2014/main" id="{D3DFE64F-F015-9016-39C5-8033BA537714}"/>
                      </a:ext>
                    </a:extLst>
                  </p:cNvPr>
                  <p:cNvSpPr>
                    <a:spLocks noChangeAspect="1"/>
                  </p:cNvSpPr>
                  <p:nvPr/>
                </p:nvSpPr>
                <p:spPr>
                  <a:xfrm>
                    <a:off x="3232383" y="3320318"/>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27" name="グループ化 1826">
                  <a:extLst>
                    <a:ext uri="{FF2B5EF4-FFF2-40B4-BE49-F238E27FC236}">
                      <a16:creationId xmlns:a16="http://schemas.microsoft.com/office/drawing/2014/main" id="{A577215C-EA85-D280-89B5-F3F50B01E3BB}"/>
                    </a:ext>
                  </a:extLst>
                </p:cNvPr>
                <p:cNvGrpSpPr/>
                <p:nvPr/>
              </p:nvGrpSpPr>
              <p:grpSpPr>
                <a:xfrm>
                  <a:off x="2947430" y="3064508"/>
                  <a:ext cx="216345" cy="382936"/>
                  <a:chOff x="2947430" y="3064508"/>
                  <a:chExt cx="216345" cy="382936"/>
                </a:xfrm>
              </p:grpSpPr>
              <p:cxnSp>
                <p:nvCxnSpPr>
                  <p:cNvPr id="1789" name="コネクタ: カギ線 1788">
                    <a:extLst>
                      <a:ext uri="{FF2B5EF4-FFF2-40B4-BE49-F238E27FC236}">
                        <a16:creationId xmlns:a16="http://schemas.microsoft.com/office/drawing/2014/main" id="{40C95133-470F-C8A2-3266-9653E349C75F}"/>
                      </a:ext>
                    </a:extLst>
                  </p:cNvPr>
                  <p:cNvCxnSpPr>
                    <a:cxnSpLocks/>
                  </p:cNvCxnSpPr>
                  <p:nvPr/>
                </p:nvCxnSpPr>
                <p:spPr>
                  <a:xfrm rot="5400000">
                    <a:off x="2872276" y="3170016"/>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14" name="楕円 1813">
                    <a:extLst>
                      <a:ext uri="{FF2B5EF4-FFF2-40B4-BE49-F238E27FC236}">
                        <a16:creationId xmlns:a16="http://schemas.microsoft.com/office/drawing/2014/main" id="{38976EAD-92A1-B7B6-1374-2084046B3CE6}"/>
                      </a:ext>
                    </a:extLst>
                  </p:cNvPr>
                  <p:cNvSpPr>
                    <a:spLocks noChangeAspect="1"/>
                  </p:cNvSpPr>
                  <p:nvPr/>
                </p:nvSpPr>
                <p:spPr>
                  <a:xfrm>
                    <a:off x="3127775" y="3064508"/>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24" name="楕円 1823">
                    <a:extLst>
                      <a:ext uri="{FF2B5EF4-FFF2-40B4-BE49-F238E27FC236}">
                        <a16:creationId xmlns:a16="http://schemas.microsoft.com/office/drawing/2014/main" id="{33F8BADB-B5F2-C3B4-A185-419FC3F62DED}"/>
                      </a:ext>
                    </a:extLst>
                  </p:cNvPr>
                  <p:cNvSpPr>
                    <a:spLocks noChangeAspect="1"/>
                  </p:cNvSpPr>
                  <p:nvPr/>
                </p:nvSpPr>
                <p:spPr>
                  <a:xfrm>
                    <a:off x="2947430" y="3411444"/>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35" name="グループ化 1834">
                  <a:extLst>
                    <a:ext uri="{FF2B5EF4-FFF2-40B4-BE49-F238E27FC236}">
                      <a16:creationId xmlns:a16="http://schemas.microsoft.com/office/drawing/2014/main" id="{EA3C06DC-60F0-94B1-3ABA-3D06C230D340}"/>
                    </a:ext>
                  </a:extLst>
                </p:cNvPr>
                <p:cNvGrpSpPr/>
                <p:nvPr/>
              </p:nvGrpSpPr>
              <p:grpSpPr>
                <a:xfrm>
                  <a:off x="3077497" y="2741872"/>
                  <a:ext cx="215326" cy="399410"/>
                  <a:chOff x="3077497" y="2741872"/>
                  <a:chExt cx="215326" cy="399410"/>
                </a:xfrm>
              </p:grpSpPr>
              <p:cxnSp>
                <p:nvCxnSpPr>
                  <p:cNvPr id="1793" name="コネクタ: カギ線 1792">
                    <a:extLst>
                      <a:ext uri="{FF2B5EF4-FFF2-40B4-BE49-F238E27FC236}">
                        <a16:creationId xmlns:a16="http://schemas.microsoft.com/office/drawing/2014/main" id="{B58F0DB2-8D1E-506F-B35C-C275325D0F73}"/>
                      </a:ext>
                    </a:extLst>
                  </p:cNvPr>
                  <p:cNvCxnSpPr>
                    <a:cxnSpLocks/>
                  </p:cNvCxnSpPr>
                  <p:nvPr/>
                </p:nvCxnSpPr>
                <p:spPr>
                  <a:xfrm rot="5400000">
                    <a:off x="3004821" y="2850245"/>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13" name="楕円 1812">
                    <a:extLst>
                      <a:ext uri="{FF2B5EF4-FFF2-40B4-BE49-F238E27FC236}">
                        <a16:creationId xmlns:a16="http://schemas.microsoft.com/office/drawing/2014/main" id="{68E04F39-5491-3DCC-762D-E4B1F0B1F7D9}"/>
                      </a:ext>
                    </a:extLst>
                  </p:cNvPr>
                  <p:cNvSpPr>
                    <a:spLocks noChangeAspect="1"/>
                  </p:cNvSpPr>
                  <p:nvPr/>
                </p:nvSpPr>
                <p:spPr>
                  <a:xfrm>
                    <a:off x="3077497" y="3105282"/>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25" name="楕円 1824">
                    <a:extLst>
                      <a:ext uri="{FF2B5EF4-FFF2-40B4-BE49-F238E27FC236}">
                        <a16:creationId xmlns:a16="http://schemas.microsoft.com/office/drawing/2014/main" id="{2E930C05-79B7-2791-7B37-6C8FC2C50B2A}"/>
                      </a:ext>
                    </a:extLst>
                  </p:cNvPr>
                  <p:cNvSpPr>
                    <a:spLocks noChangeAspect="1"/>
                  </p:cNvSpPr>
                  <p:nvPr/>
                </p:nvSpPr>
                <p:spPr>
                  <a:xfrm>
                    <a:off x="3256823" y="2741872"/>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grpSp>
      </p:grpSp>
      <p:grpSp>
        <p:nvGrpSpPr>
          <p:cNvPr id="1885" name="グループ化 1884">
            <a:extLst>
              <a:ext uri="{FF2B5EF4-FFF2-40B4-BE49-F238E27FC236}">
                <a16:creationId xmlns:a16="http://schemas.microsoft.com/office/drawing/2014/main" id="{E1E3C70C-E08C-8F35-1C1A-FEE380845FBE}"/>
              </a:ext>
            </a:extLst>
          </p:cNvPr>
          <p:cNvGrpSpPr/>
          <p:nvPr/>
        </p:nvGrpSpPr>
        <p:grpSpPr>
          <a:xfrm>
            <a:off x="5239514" y="4198450"/>
            <a:ext cx="2285451" cy="2651123"/>
            <a:chOff x="646532" y="2208830"/>
            <a:chExt cx="2285451" cy="2651123"/>
          </a:xfrm>
        </p:grpSpPr>
        <p:sp>
          <p:nvSpPr>
            <p:cNvPr id="1762" name="六角形 1761">
              <a:extLst>
                <a:ext uri="{FF2B5EF4-FFF2-40B4-BE49-F238E27FC236}">
                  <a16:creationId xmlns:a16="http://schemas.microsoft.com/office/drawing/2014/main" id="{F35F3C4F-1D2D-9D72-C109-6DC812D27177}"/>
                </a:ext>
              </a:extLst>
            </p:cNvPr>
            <p:cNvSpPr>
              <a:spLocks noChangeAspect="1"/>
            </p:cNvSpPr>
            <p:nvPr/>
          </p:nvSpPr>
          <p:spPr>
            <a:xfrm rot="5400000">
              <a:off x="463696" y="2391666"/>
              <a:ext cx="2651123" cy="2285451"/>
            </a:xfrm>
            <a:prstGeom prst="hexagon">
              <a:avLst/>
            </a:prstGeom>
            <a:solidFill>
              <a:schemeClr val="accent2">
                <a:lumMod val="50000"/>
              </a:schemeClr>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84" name="グループ化 1883">
              <a:extLst>
                <a:ext uri="{FF2B5EF4-FFF2-40B4-BE49-F238E27FC236}">
                  <a16:creationId xmlns:a16="http://schemas.microsoft.com/office/drawing/2014/main" id="{A0E5B86C-0129-B204-CD9F-7A206694EB91}"/>
                </a:ext>
              </a:extLst>
            </p:cNvPr>
            <p:cNvGrpSpPr/>
            <p:nvPr/>
          </p:nvGrpSpPr>
          <p:grpSpPr>
            <a:xfrm>
              <a:off x="988041" y="2837465"/>
              <a:ext cx="1593728" cy="1526997"/>
              <a:chOff x="927773" y="2654584"/>
              <a:chExt cx="1593728" cy="1526997"/>
            </a:xfrm>
          </p:grpSpPr>
          <p:grpSp>
            <p:nvGrpSpPr>
              <p:cNvPr id="1856" name="グループ化 1855">
                <a:extLst>
                  <a:ext uri="{FF2B5EF4-FFF2-40B4-BE49-F238E27FC236}">
                    <a16:creationId xmlns:a16="http://schemas.microsoft.com/office/drawing/2014/main" id="{A402697D-38CC-648C-366E-9C2EEF26384B}"/>
                  </a:ext>
                </a:extLst>
              </p:cNvPr>
              <p:cNvGrpSpPr/>
              <p:nvPr/>
            </p:nvGrpSpPr>
            <p:grpSpPr>
              <a:xfrm>
                <a:off x="927773" y="3019650"/>
                <a:ext cx="1593728" cy="796865"/>
                <a:chOff x="920781" y="3160884"/>
                <a:chExt cx="1593728" cy="796865"/>
              </a:xfrm>
            </p:grpSpPr>
            <p:sp>
              <p:nvSpPr>
                <p:cNvPr id="1846" name="フレーム 1845">
                  <a:extLst>
                    <a:ext uri="{FF2B5EF4-FFF2-40B4-BE49-F238E27FC236}">
                      <a16:creationId xmlns:a16="http://schemas.microsoft.com/office/drawing/2014/main" id="{58AC8CD4-67C0-2178-AF44-FBED76645CA0}"/>
                    </a:ext>
                  </a:extLst>
                </p:cNvPr>
                <p:cNvSpPr>
                  <a:spLocks noChangeAspect="1"/>
                </p:cNvSpPr>
                <p:nvPr/>
              </p:nvSpPr>
              <p:spPr>
                <a:xfrm>
                  <a:off x="920781" y="3160885"/>
                  <a:ext cx="1593728" cy="796864"/>
                </a:xfrm>
                <a:prstGeom prst="fram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nvGrpSpPr>
                <p:cNvPr id="1850" name="グループ化 1849">
                  <a:extLst>
                    <a:ext uri="{FF2B5EF4-FFF2-40B4-BE49-F238E27FC236}">
                      <a16:creationId xmlns:a16="http://schemas.microsoft.com/office/drawing/2014/main" id="{96A1F0BD-55A6-B182-F88D-8A09E8FECDE8}"/>
                    </a:ext>
                  </a:extLst>
                </p:cNvPr>
                <p:cNvGrpSpPr/>
                <p:nvPr/>
              </p:nvGrpSpPr>
              <p:grpSpPr>
                <a:xfrm>
                  <a:off x="1114424" y="3160884"/>
                  <a:ext cx="724817" cy="440080"/>
                  <a:chOff x="1114424" y="3160884"/>
                  <a:chExt cx="724817" cy="440080"/>
                </a:xfrm>
              </p:grpSpPr>
              <p:sp>
                <p:nvSpPr>
                  <p:cNvPr id="1848" name="斜め縞 1847">
                    <a:extLst>
                      <a:ext uri="{FF2B5EF4-FFF2-40B4-BE49-F238E27FC236}">
                        <a16:creationId xmlns:a16="http://schemas.microsoft.com/office/drawing/2014/main" id="{05A2D726-B57F-40FF-9C9C-F43CE3018F9D}"/>
                      </a:ext>
                    </a:extLst>
                  </p:cNvPr>
                  <p:cNvSpPr/>
                  <p:nvPr/>
                </p:nvSpPr>
                <p:spPr>
                  <a:xfrm>
                    <a:off x="1114424" y="3160884"/>
                    <a:ext cx="480193" cy="321097"/>
                  </a:xfrm>
                  <a:prstGeom prst="diagStripe">
                    <a:avLst>
                      <a:gd name="adj" fmla="val 86866"/>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solidFill>
                    </a:endParaRPr>
                  </a:p>
                </p:txBody>
              </p:sp>
              <p:sp>
                <p:nvSpPr>
                  <p:cNvPr id="1849" name="斜め縞 1848">
                    <a:extLst>
                      <a:ext uri="{FF2B5EF4-FFF2-40B4-BE49-F238E27FC236}">
                        <a16:creationId xmlns:a16="http://schemas.microsoft.com/office/drawing/2014/main" id="{31EBFFBF-112E-F59B-C3D6-7202CBF4A282}"/>
                      </a:ext>
                    </a:extLst>
                  </p:cNvPr>
                  <p:cNvSpPr/>
                  <p:nvPr/>
                </p:nvSpPr>
                <p:spPr>
                  <a:xfrm>
                    <a:off x="1227940" y="3180511"/>
                    <a:ext cx="611301" cy="420453"/>
                  </a:xfrm>
                  <a:prstGeom prst="diagStripe">
                    <a:avLst>
                      <a:gd name="adj" fmla="val 8911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solidFill>
                    </a:endParaRPr>
                  </a:p>
                </p:txBody>
              </p:sp>
            </p:grpSp>
            <p:grpSp>
              <p:nvGrpSpPr>
                <p:cNvPr id="1851" name="グループ化 1850">
                  <a:extLst>
                    <a:ext uri="{FF2B5EF4-FFF2-40B4-BE49-F238E27FC236}">
                      <a16:creationId xmlns:a16="http://schemas.microsoft.com/office/drawing/2014/main" id="{D02E9C6A-0585-E3FC-8374-ED98C900BE35}"/>
                    </a:ext>
                  </a:extLst>
                </p:cNvPr>
                <p:cNvGrpSpPr/>
                <p:nvPr/>
              </p:nvGrpSpPr>
              <p:grpSpPr>
                <a:xfrm rot="10800000">
                  <a:off x="1634553" y="3517669"/>
                  <a:ext cx="724817" cy="440080"/>
                  <a:chOff x="1114424" y="3160884"/>
                  <a:chExt cx="724817" cy="440080"/>
                </a:xfrm>
              </p:grpSpPr>
              <p:sp>
                <p:nvSpPr>
                  <p:cNvPr id="1852" name="斜め縞 1851">
                    <a:extLst>
                      <a:ext uri="{FF2B5EF4-FFF2-40B4-BE49-F238E27FC236}">
                        <a16:creationId xmlns:a16="http://schemas.microsoft.com/office/drawing/2014/main" id="{D505E193-6A84-98C7-9C2A-F1266A4DE03D}"/>
                      </a:ext>
                    </a:extLst>
                  </p:cNvPr>
                  <p:cNvSpPr/>
                  <p:nvPr/>
                </p:nvSpPr>
                <p:spPr>
                  <a:xfrm>
                    <a:off x="1114424" y="3160884"/>
                    <a:ext cx="480193" cy="321097"/>
                  </a:xfrm>
                  <a:prstGeom prst="diagStripe">
                    <a:avLst>
                      <a:gd name="adj" fmla="val 86866"/>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solidFill>
                    </a:endParaRPr>
                  </a:p>
                </p:txBody>
              </p:sp>
              <p:sp>
                <p:nvSpPr>
                  <p:cNvPr id="1853" name="斜め縞 1852">
                    <a:extLst>
                      <a:ext uri="{FF2B5EF4-FFF2-40B4-BE49-F238E27FC236}">
                        <a16:creationId xmlns:a16="http://schemas.microsoft.com/office/drawing/2014/main" id="{751A3282-6E40-248B-DAE9-BD789F37C88D}"/>
                      </a:ext>
                    </a:extLst>
                  </p:cNvPr>
                  <p:cNvSpPr/>
                  <p:nvPr/>
                </p:nvSpPr>
                <p:spPr>
                  <a:xfrm>
                    <a:off x="1227940" y="3180511"/>
                    <a:ext cx="611301" cy="420453"/>
                  </a:xfrm>
                  <a:prstGeom prst="diagStripe">
                    <a:avLst>
                      <a:gd name="adj" fmla="val 8911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solidFill>
                    </a:endParaRPr>
                  </a:p>
                </p:txBody>
              </p:sp>
            </p:grpSp>
          </p:grpSp>
          <p:grpSp>
            <p:nvGrpSpPr>
              <p:cNvPr id="1882" name="グループ化 1881">
                <a:extLst>
                  <a:ext uri="{FF2B5EF4-FFF2-40B4-BE49-F238E27FC236}">
                    <a16:creationId xmlns:a16="http://schemas.microsoft.com/office/drawing/2014/main" id="{4457AA37-75A3-6C69-2EBA-653066505486}"/>
                  </a:ext>
                </a:extLst>
              </p:cNvPr>
              <p:cNvGrpSpPr/>
              <p:nvPr/>
            </p:nvGrpSpPr>
            <p:grpSpPr>
              <a:xfrm rot="18042015">
                <a:off x="1053249" y="3237759"/>
                <a:ext cx="1526997" cy="360648"/>
                <a:chOff x="888236" y="3829304"/>
                <a:chExt cx="1526997" cy="360648"/>
              </a:xfrm>
              <a:effectLst>
                <a:outerShdw dist="76200" sx="101000" sy="101000" algn="l" rotWithShape="0">
                  <a:schemeClr val="accent2">
                    <a:lumMod val="50000"/>
                  </a:schemeClr>
                </a:outerShdw>
              </a:effectLst>
            </p:grpSpPr>
            <p:sp>
              <p:nvSpPr>
                <p:cNvPr id="1854" name="四角形: 角を丸くする 1853">
                  <a:extLst>
                    <a:ext uri="{FF2B5EF4-FFF2-40B4-BE49-F238E27FC236}">
                      <a16:creationId xmlns:a16="http://schemas.microsoft.com/office/drawing/2014/main" id="{AECCC02C-7ACC-C333-9F1A-71F7243FC0E0}"/>
                    </a:ext>
                  </a:extLst>
                </p:cNvPr>
                <p:cNvSpPr/>
                <p:nvPr/>
              </p:nvSpPr>
              <p:spPr>
                <a:xfrm>
                  <a:off x="888236" y="3829952"/>
                  <a:ext cx="360000" cy="360000"/>
                </a:xfrm>
                <a:prstGeom prst="round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57" name="四角形: 角を丸くする 1856">
                  <a:extLst>
                    <a:ext uri="{FF2B5EF4-FFF2-40B4-BE49-F238E27FC236}">
                      <a16:creationId xmlns:a16="http://schemas.microsoft.com/office/drawing/2014/main" id="{D4F86FB1-B492-A4C4-00E7-E7E391A0276C}"/>
                    </a:ext>
                  </a:extLst>
                </p:cNvPr>
                <p:cNvSpPr/>
                <p:nvPr/>
              </p:nvSpPr>
              <p:spPr>
                <a:xfrm>
                  <a:off x="975233" y="3829304"/>
                  <a:ext cx="1440000" cy="180000"/>
                </a:xfrm>
                <a:prstGeom prst="round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58" name="四角形: 角を丸くする 1857">
                  <a:extLst>
                    <a:ext uri="{FF2B5EF4-FFF2-40B4-BE49-F238E27FC236}">
                      <a16:creationId xmlns:a16="http://schemas.microsoft.com/office/drawing/2014/main" id="{67C75D65-1B44-7B63-9DFB-5462EBF1FAC6}"/>
                    </a:ext>
                  </a:extLst>
                </p:cNvPr>
                <p:cNvSpPr/>
                <p:nvPr/>
              </p:nvSpPr>
              <p:spPr>
                <a:xfrm>
                  <a:off x="963388" y="3877362"/>
                  <a:ext cx="180000" cy="270000"/>
                </a:xfrm>
                <a:prstGeom prst="roundRect">
                  <a:avLst/>
                </a:prstGeom>
                <a:solidFill>
                  <a:schemeClr val="accent2">
                    <a:lumMod val="50000"/>
                  </a:schemeClr>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63" name="グループ化 1862">
                  <a:extLst>
                    <a:ext uri="{FF2B5EF4-FFF2-40B4-BE49-F238E27FC236}">
                      <a16:creationId xmlns:a16="http://schemas.microsoft.com/office/drawing/2014/main" id="{1AF62367-2670-87D7-B858-286AD089E583}"/>
                    </a:ext>
                  </a:extLst>
                </p:cNvPr>
                <p:cNvGrpSpPr/>
                <p:nvPr/>
              </p:nvGrpSpPr>
              <p:grpSpPr>
                <a:xfrm>
                  <a:off x="2223324" y="3894251"/>
                  <a:ext cx="190578" cy="270000"/>
                  <a:chOff x="2123438" y="4106748"/>
                  <a:chExt cx="190578" cy="270000"/>
                </a:xfrm>
              </p:grpSpPr>
              <p:sp>
                <p:nvSpPr>
                  <p:cNvPr id="1859" name="直角三角形 1858">
                    <a:extLst>
                      <a:ext uri="{FF2B5EF4-FFF2-40B4-BE49-F238E27FC236}">
                        <a16:creationId xmlns:a16="http://schemas.microsoft.com/office/drawing/2014/main" id="{1AE87192-2236-A046-2E6E-DB9AA568771E}"/>
                      </a:ext>
                    </a:extLst>
                  </p:cNvPr>
                  <p:cNvSpPr/>
                  <p:nvPr/>
                </p:nvSpPr>
                <p:spPr>
                  <a:xfrm rot="5400000" flipV="1">
                    <a:off x="2089016" y="4151748"/>
                    <a:ext cx="270000" cy="180000"/>
                  </a:xfrm>
                  <a:prstGeom prst="rtTriangl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61" name="直角三角形 1860">
                    <a:extLst>
                      <a:ext uri="{FF2B5EF4-FFF2-40B4-BE49-F238E27FC236}">
                        <a16:creationId xmlns:a16="http://schemas.microsoft.com/office/drawing/2014/main" id="{79C183B9-57BD-44E9-2714-41D59753E16F}"/>
                      </a:ext>
                    </a:extLst>
                  </p:cNvPr>
                  <p:cNvSpPr/>
                  <p:nvPr/>
                </p:nvSpPr>
                <p:spPr>
                  <a:xfrm rot="5400000">
                    <a:off x="2078438" y="4151748"/>
                    <a:ext cx="270000" cy="180000"/>
                  </a:xfrm>
                  <a:prstGeom prst="rtTriangl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864" name="グループ化 1863">
                  <a:extLst>
                    <a:ext uri="{FF2B5EF4-FFF2-40B4-BE49-F238E27FC236}">
                      <a16:creationId xmlns:a16="http://schemas.microsoft.com/office/drawing/2014/main" id="{DBD82F41-F349-F4F1-E065-DF255BD2FCDB}"/>
                    </a:ext>
                  </a:extLst>
                </p:cNvPr>
                <p:cNvGrpSpPr/>
                <p:nvPr/>
              </p:nvGrpSpPr>
              <p:grpSpPr>
                <a:xfrm>
                  <a:off x="2015457" y="3894251"/>
                  <a:ext cx="190578" cy="270000"/>
                  <a:chOff x="2123438" y="4106748"/>
                  <a:chExt cx="190578" cy="270000"/>
                </a:xfrm>
              </p:grpSpPr>
              <p:sp>
                <p:nvSpPr>
                  <p:cNvPr id="1865" name="直角三角形 1864">
                    <a:extLst>
                      <a:ext uri="{FF2B5EF4-FFF2-40B4-BE49-F238E27FC236}">
                        <a16:creationId xmlns:a16="http://schemas.microsoft.com/office/drawing/2014/main" id="{62747BFE-ECA6-C2AF-8C82-D10D53517401}"/>
                      </a:ext>
                    </a:extLst>
                  </p:cNvPr>
                  <p:cNvSpPr/>
                  <p:nvPr/>
                </p:nvSpPr>
                <p:spPr>
                  <a:xfrm rot="5400000" flipV="1">
                    <a:off x="2089016" y="4151748"/>
                    <a:ext cx="270000" cy="180000"/>
                  </a:xfrm>
                  <a:prstGeom prst="rtTriangl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66" name="直角三角形 1865">
                    <a:extLst>
                      <a:ext uri="{FF2B5EF4-FFF2-40B4-BE49-F238E27FC236}">
                        <a16:creationId xmlns:a16="http://schemas.microsoft.com/office/drawing/2014/main" id="{785EEF1F-9CAB-C05D-CA8B-AC0A46017D2C}"/>
                      </a:ext>
                    </a:extLst>
                  </p:cNvPr>
                  <p:cNvSpPr/>
                  <p:nvPr/>
                </p:nvSpPr>
                <p:spPr>
                  <a:xfrm rot="5400000">
                    <a:off x="2078438" y="4151748"/>
                    <a:ext cx="270000" cy="180000"/>
                  </a:xfrm>
                  <a:prstGeom prst="rtTriangl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867" name="グループ化 1866">
                  <a:extLst>
                    <a:ext uri="{FF2B5EF4-FFF2-40B4-BE49-F238E27FC236}">
                      <a16:creationId xmlns:a16="http://schemas.microsoft.com/office/drawing/2014/main" id="{7B748FB8-4C5A-6199-4197-EB8AB59FD522}"/>
                    </a:ext>
                  </a:extLst>
                </p:cNvPr>
                <p:cNvGrpSpPr/>
                <p:nvPr/>
              </p:nvGrpSpPr>
              <p:grpSpPr>
                <a:xfrm>
                  <a:off x="1807590" y="3894251"/>
                  <a:ext cx="190578" cy="270000"/>
                  <a:chOff x="2123438" y="4106748"/>
                  <a:chExt cx="190578" cy="270000"/>
                </a:xfrm>
              </p:grpSpPr>
              <p:sp>
                <p:nvSpPr>
                  <p:cNvPr id="1868" name="直角三角形 1867">
                    <a:extLst>
                      <a:ext uri="{FF2B5EF4-FFF2-40B4-BE49-F238E27FC236}">
                        <a16:creationId xmlns:a16="http://schemas.microsoft.com/office/drawing/2014/main" id="{3E76987A-7F9C-6717-F947-47BA0A3603EB}"/>
                      </a:ext>
                    </a:extLst>
                  </p:cNvPr>
                  <p:cNvSpPr/>
                  <p:nvPr/>
                </p:nvSpPr>
                <p:spPr>
                  <a:xfrm rot="5400000" flipV="1">
                    <a:off x="2089016" y="4151748"/>
                    <a:ext cx="270000" cy="180000"/>
                  </a:xfrm>
                  <a:prstGeom prst="rtTriangl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69" name="直角三角形 1868">
                    <a:extLst>
                      <a:ext uri="{FF2B5EF4-FFF2-40B4-BE49-F238E27FC236}">
                        <a16:creationId xmlns:a16="http://schemas.microsoft.com/office/drawing/2014/main" id="{B922A288-8863-ADA1-5A89-7CCF036264AD}"/>
                      </a:ext>
                    </a:extLst>
                  </p:cNvPr>
                  <p:cNvSpPr/>
                  <p:nvPr/>
                </p:nvSpPr>
                <p:spPr>
                  <a:xfrm rot="5400000">
                    <a:off x="2078438" y="4151748"/>
                    <a:ext cx="270000" cy="180000"/>
                  </a:xfrm>
                  <a:prstGeom prst="rtTriangl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870" name="グループ化 1869">
                  <a:extLst>
                    <a:ext uri="{FF2B5EF4-FFF2-40B4-BE49-F238E27FC236}">
                      <a16:creationId xmlns:a16="http://schemas.microsoft.com/office/drawing/2014/main" id="{F341A65C-E89E-F76A-ED2D-701DCE128BC2}"/>
                    </a:ext>
                  </a:extLst>
                </p:cNvPr>
                <p:cNvGrpSpPr/>
                <p:nvPr/>
              </p:nvGrpSpPr>
              <p:grpSpPr>
                <a:xfrm>
                  <a:off x="1601927" y="3894251"/>
                  <a:ext cx="190578" cy="270000"/>
                  <a:chOff x="2123438" y="4106748"/>
                  <a:chExt cx="190578" cy="270000"/>
                </a:xfrm>
              </p:grpSpPr>
              <p:sp>
                <p:nvSpPr>
                  <p:cNvPr id="1871" name="直角三角形 1870">
                    <a:extLst>
                      <a:ext uri="{FF2B5EF4-FFF2-40B4-BE49-F238E27FC236}">
                        <a16:creationId xmlns:a16="http://schemas.microsoft.com/office/drawing/2014/main" id="{5B8A9478-9A0C-6A12-0994-748DA50E23A7}"/>
                      </a:ext>
                    </a:extLst>
                  </p:cNvPr>
                  <p:cNvSpPr/>
                  <p:nvPr/>
                </p:nvSpPr>
                <p:spPr>
                  <a:xfrm rot="5400000" flipV="1">
                    <a:off x="2089016" y="4151748"/>
                    <a:ext cx="270000" cy="180000"/>
                  </a:xfrm>
                  <a:prstGeom prst="rtTriangl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72" name="直角三角形 1871">
                    <a:extLst>
                      <a:ext uri="{FF2B5EF4-FFF2-40B4-BE49-F238E27FC236}">
                        <a16:creationId xmlns:a16="http://schemas.microsoft.com/office/drawing/2014/main" id="{171B77BD-5473-2EE4-D8E7-0443EFE1576E}"/>
                      </a:ext>
                    </a:extLst>
                  </p:cNvPr>
                  <p:cNvSpPr/>
                  <p:nvPr/>
                </p:nvSpPr>
                <p:spPr>
                  <a:xfrm rot="5400000">
                    <a:off x="2078438" y="4151748"/>
                    <a:ext cx="270000" cy="180000"/>
                  </a:xfrm>
                  <a:prstGeom prst="rtTriangl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873" name="グループ化 1872">
                  <a:extLst>
                    <a:ext uri="{FF2B5EF4-FFF2-40B4-BE49-F238E27FC236}">
                      <a16:creationId xmlns:a16="http://schemas.microsoft.com/office/drawing/2014/main" id="{0EB541B4-A498-21DF-DFF9-642569458242}"/>
                    </a:ext>
                  </a:extLst>
                </p:cNvPr>
                <p:cNvGrpSpPr/>
                <p:nvPr/>
              </p:nvGrpSpPr>
              <p:grpSpPr>
                <a:xfrm>
                  <a:off x="1396967" y="3894251"/>
                  <a:ext cx="190578" cy="270000"/>
                  <a:chOff x="2123438" y="4106748"/>
                  <a:chExt cx="190578" cy="270000"/>
                </a:xfrm>
              </p:grpSpPr>
              <p:sp>
                <p:nvSpPr>
                  <p:cNvPr id="1874" name="直角三角形 1873">
                    <a:extLst>
                      <a:ext uri="{FF2B5EF4-FFF2-40B4-BE49-F238E27FC236}">
                        <a16:creationId xmlns:a16="http://schemas.microsoft.com/office/drawing/2014/main" id="{7FC10AB3-2D99-ED45-D055-F108AE8B4744}"/>
                      </a:ext>
                    </a:extLst>
                  </p:cNvPr>
                  <p:cNvSpPr/>
                  <p:nvPr/>
                </p:nvSpPr>
                <p:spPr>
                  <a:xfrm rot="5400000" flipV="1">
                    <a:off x="2089016" y="4151748"/>
                    <a:ext cx="270000" cy="180000"/>
                  </a:xfrm>
                  <a:prstGeom prst="rtTriangl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75" name="直角三角形 1874">
                    <a:extLst>
                      <a:ext uri="{FF2B5EF4-FFF2-40B4-BE49-F238E27FC236}">
                        <a16:creationId xmlns:a16="http://schemas.microsoft.com/office/drawing/2014/main" id="{E87B17F2-382F-C97B-6FB5-5967F15D63E3}"/>
                      </a:ext>
                    </a:extLst>
                  </p:cNvPr>
                  <p:cNvSpPr/>
                  <p:nvPr/>
                </p:nvSpPr>
                <p:spPr>
                  <a:xfrm rot="5400000">
                    <a:off x="2078438" y="4151748"/>
                    <a:ext cx="270000" cy="180000"/>
                  </a:xfrm>
                  <a:prstGeom prst="rtTriangl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876" name="グループ化 1875">
                  <a:extLst>
                    <a:ext uri="{FF2B5EF4-FFF2-40B4-BE49-F238E27FC236}">
                      <a16:creationId xmlns:a16="http://schemas.microsoft.com/office/drawing/2014/main" id="{67F03DC1-9059-E616-F6D5-B5C55922A955}"/>
                    </a:ext>
                  </a:extLst>
                </p:cNvPr>
                <p:cNvGrpSpPr/>
                <p:nvPr/>
              </p:nvGrpSpPr>
              <p:grpSpPr>
                <a:xfrm>
                  <a:off x="1192007" y="3894427"/>
                  <a:ext cx="190578" cy="270000"/>
                  <a:chOff x="2123438" y="4106748"/>
                  <a:chExt cx="190578" cy="270000"/>
                </a:xfrm>
              </p:grpSpPr>
              <p:sp>
                <p:nvSpPr>
                  <p:cNvPr id="1877" name="直角三角形 1876">
                    <a:extLst>
                      <a:ext uri="{FF2B5EF4-FFF2-40B4-BE49-F238E27FC236}">
                        <a16:creationId xmlns:a16="http://schemas.microsoft.com/office/drawing/2014/main" id="{62C2588D-A55E-2EAD-2F21-A7F7645E12D3}"/>
                      </a:ext>
                    </a:extLst>
                  </p:cNvPr>
                  <p:cNvSpPr/>
                  <p:nvPr/>
                </p:nvSpPr>
                <p:spPr>
                  <a:xfrm rot="5400000" flipV="1">
                    <a:off x="2089016" y="4151748"/>
                    <a:ext cx="270000" cy="180000"/>
                  </a:xfrm>
                  <a:prstGeom prst="rtTriangl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78" name="直角三角形 1877">
                    <a:extLst>
                      <a:ext uri="{FF2B5EF4-FFF2-40B4-BE49-F238E27FC236}">
                        <a16:creationId xmlns:a16="http://schemas.microsoft.com/office/drawing/2014/main" id="{1EE6BEA3-F2EC-B4ED-B00A-57ED879473BC}"/>
                      </a:ext>
                    </a:extLst>
                  </p:cNvPr>
                  <p:cNvSpPr/>
                  <p:nvPr/>
                </p:nvSpPr>
                <p:spPr>
                  <a:xfrm rot="5400000">
                    <a:off x="2078438" y="4151748"/>
                    <a:ext cx="270000" cy="180000"/>
                  </a:xfrm>
                  <a:prstGeom prst="rtTriangl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grpSp>
      <p:grpSp>
        <p:nvGrpSpPr>
          <p:cNvPr id="1926" name="グループ化 1925">
            <a:extLst>
              <a:ext uri="{FF2B5EF4-FFF2-40B4-BE49-F238E27FC236}">
                <a16:creationId xmlns:a16="http://schemas.microsoft.com/office/drawing/2014/main" id="{09ADC2A4-11B2-3A39-4FA3-C8FF8BC6AE2F}"/>
              </a:ext>
            </a:extLst>
          </p:cNvPr>
          <p:cNvGrpSpPr/>
          <p:nvPr/>
        </p:nvGrpSpPr>
        <p:grpSpPr>
          <a:xfrm>
            <a:off x="7543082" y="4198450"/>
            <a:ext cx="2285451" cy="2651123"/>
            <a:chOff x="642721" y="2557687"/>
            <a:chExt cx="2285451" cy="2651123"/>
          </a:xfrm>
        </p:grpSpPr>
        <p:sp>
          <p:nvSpPr>
            <p:cNvPr id="1847" name="六角形 1846">
              <a:extLst>
                <a:ext uri="{FF2B5EF4-FFF2-40B4-BE49-F238E27FC236}">
                  <a16:creationId xmlns:a16="http://schemas.microsoft.com/office/drawing/2014/main" id="{67BBB222-73C8-23B2-73E1-25E36F78394F}"/>
                </a:ext>
              </a:extLst>
            </p:cNvPr>
            <p:cNvSpPr>
              <a:spLocks noChangeAspect="1"/>
            </p:cNvSpPr>
            <p:nvPr/>
          </p:nvSpPr>
          <p:spPr>
            <a:xfrm rot="5400000">
              <a:off x="459885" y="2740523"/>
              <a:ext cx="2651123" cy="2285451"/>
            </a:xfrm>
            <a:prstGeom prst="hexagon">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925" name="グループ化 1924">
              <a:extLst>
                <a:ext uri="{FF2B5EF4-FFF2-40B4-BE49-F238E27FC236}">
                  <a16:creationId xmlns:a16="http://schemas.microsoft.com/office/drawing/2014/main" id="{3D38EF73-1E2F-CB00-06AF-D104C6399078}"/>
                </a:ext>
              </a:extLst>
            </p:cNvPr>
            <p:cNvGrpSpPr/>
            <p:nvPr/>
          </p:nvGrpSpPr>
          <p:grpSpPr>
            <a:xfrm>
              <a:off x="808005" y="3289761"/>
              <a:ext cx="1515997" cy="1186973"/>
              <a:chOff x="797726" y="3305555"/>
              <a:chExt cx="1515997" cy="1186973"/>
            </a:xfrm>
          </p:grpSpPr>
          <p:grpSp>
            <p:nvGrpSpPr>
              <p:cNvPr id="1912" name="グループ化 1911">
                <a:extLst>
                  <a:ext uri="{FF2B5EF4-FFF2-40B4-BE49-F238E27FC236}">
                    <a16:creationId xmlns:a16="http://schemas.microsoft.com/office/drawing/2014/main" id="{FC9C75A9-55FC-24BF-57D1-F2ECFBEC41D6}"/>
                  </a:ext>
                </a:extLst>
              </p:cNvPr>
              <p:cNvGrpSpPr/>
              <p:nvPr/>
            </p:nvGrpSpPr>
            <p:grpSpPr>
              <a:xfrm>
                <a:off x="1413723" y="3305555"/>
                <a:ext cx="900000" cy="1080000"/>
                <a:chOff x="1237458" y="3157106"/>
                <a:chExt cx="900000" cy="1080000"/>
              </a:xfrm>
            </p:grpSpPr>
            <p:sp>
              <p:nvSpPr>
                <p:cNvPr id="1886" name="フローチャート: 他ページ結合子 1885">
                  <a:extLst>
                    <a:ext uri="{FF2B5EF4-FFF2-40B4-BE49-F238E27FC236}">
                      <a16:creationId xmlns:a16="http://schemas.microsoft.com/office/drawing/2014/main" id="{FAB5CA4A-4A47-C498-9F10-611F0130F39E}"/>
                    </a:ext>
                  </a:extLst>
                </p:cNvPr>
                <p:cNvSpPr>
                  <a:spLocks noChangeAspect="1"/>
                </p:cNvSpPr>
                <p:nvPr/>
              </p:nvSpPr>
              <p:spPr>
                <a:xfrm>
                  <a:off x="1237458" y="3157106"/>
                  <a:ext cx="900000" cy="1080000"/>
                </a:xfrm>
                <a:prstGeom prst="flowChartOffpageConnector">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87" name="四角形: 角を丸くする 1886">
                  <a:extLst>
                    <a:ext uri="{FF2B5EF4-FFF2-40B4-BE49-F238E27FC236}">
                      <a16:creationId xmlns:a16="http://schemas.microsoft.com/office/drawing/2014/main" id="{D066C09A-3D61-4DF8-67D1-7F398E50F530}"/>
                    </a:ext>
                  </a:extLst>
                </p:cNvPr>
                <p:cNvSpPr/>
                <p:nvPr/>
              </p:nvSpPr>
              <p:spPr>
                <a:xfrm>
                  <a:off x="1412700" y="3364852"/>
                  <a:ext cx="549515" cy="220323"/>
                </a:xfrm>
                <a:prstGeom prst="round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924" name="グループ化 1923">
                <a:extLst>
                  <a:ext uri="{FF2B5EF4-FFF2-40B4-BE49-F238E27FC236}">
                    <a16:creationId xmlns:a16="http://schemas.microsoft.com/office/drawing/2014/main" id="{FCA26DE6-7A57-1236-BAAC-0F331237D71B}"/>
                  </a:ext>
                </a:extLst>
              </p:cNvPr>
              <p:cNvGrpSpPr>
                <a:grpSpLocks/>
              </p:cNvGrpSpPr>
              <p:nvPr/>
            </p:nvGrpSpPr>
            <p:grpSpPr>
              <a:xfrm rot="18752436" flipH="1">
                <a:off x="1313454" y="3505200"/>
                <a:ext cx="471600" cy="1503056"/>
                <a:chOff x="1030972" y="3179412"/>
                <a:chExt cx="472804" cy="1503056"/>
              </a:xfrm>
              <a:effectLst>
                <a:outerShdw dist="50800" dir="18600000" sx="105000" sy="105000" algn="tl" rotWithShape="0">
                  <a:srgbClr val="FF0000"/>
                </a:outerShdw>
              </a:effectLst>
            </p:grpSpPr>
            <p:sp>
              <p:nvSpPr>
                <p:cNvPr id="1923" name="爆発: 8 pt 1922">
                  <a:extLst>
                    <a:ext uri="{FF2B5EF4-FFF2-40B4-BE49-F238E27FC236}">
                      <a16:creationId xmlns:a16="http://schemas.microsoft.com/office/drawing/2014/main" id="{8AA8C5DD-CFE5-C910-F578-99CE7BBC2A49}"/>
                    </a:ext>
                  </a:extLst>
                </p:cNvPr>
                <p:cNvSpPr>
                  <a:spLocks noChangeAspect="1"/>
                </p:cNvSpPr>
                <p:nvPr/>
              </p:nvSpPr>
              <p:spPr>
                <a:xfrm>
                  <a:off x="1128359" y="3179412"/>
                  <a:ext cx="375417" cy="375417"/>
                </a:xfrm>
                <a:prstGeom prst="irregularSeal1">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1914" name="グループ化 1913">
                  <a:extLst>
                    <a:ext uri="{FF2B5EF4-FFF2-40B4-BE49-F238E27FC236}">
                      <a16:creationId xmlns:a16="http://schemas.microsoft.com/office/drawing/2014/main" id="{7AD426E6-9F8E-A5BA-D9B4-1BAF3073D481}"/>
                    </a:ext>
                  </a:extLst>
                </p:cNvPr>
                <p:cNvGrpSpPr/>
                <p:nvPr/>
              </p:nvGrpSpPr>
              <p:grpSpPr>
                <a:xfrm>
                  <a:off x="1030972" y="3429000"/>
                  <a:ext cx="299358" cy="1253468"/>
                  <a:chOff x="900873" y="3333098"/>
                  <a:chExt cx="299358" cy="1253468"/>
                </a:xfrm>
                <a:effectLst>
                  <a:outerShdw dist="12700" dir="2700000" algn="tl" rotWithShape="0">
                    <a:srgbClr val="FF0000"/>
                  </a:outerShdw>
                </a:effectLst>
              </p:grpSpPr>
              <p:sp>
                <p:nvSpPr>
                  <p:cNvPr id="1910" name="四角形: 角を丸くする 1909">
                    <a:extLst>
                      <a:ext uri="{FF2B5EF4-FFF2-40B4-BE49-F238E27FC236}">
                        <a16:creationId xmlns:a16="http://schemas.microsoft.com/office/drawing/2014/main" id="{38CCB94D-63E5-2007-186C-2CA6EAB79073}"/>
                      </a:ext>
                    </a:extLst>
                  </p:cNvPr>
                  <p:cNvSpPr/>
                  <p:nvPr/>
                </p:nvSpPr>
                <p:spPr>
                  <a:xfrm rot="18900000">
                    <a:off x="930231" y="3333098"/>
                    <a:ext cx="270000" cy="52942"/>
                  </a:xfrm>
                  <a:prstGeom prst="round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11" name="四角形: 角を丸くする 1910">
                    <a:extLst>
                      <a:ext uri="{FF2B5EF4-FFF2-40B4-BE49-F238E27FC236}">
                        <a16:creationId xmlns:a16="http://schemas.microsoft.com/office/drawing/2014/main" id="{D8033210-6FEE-F77C-51DB-0D5B2E17F8E5}"/>
                      </a:ext>
                    </a:extLst>
                  </p:cNvPr>
                  <p:cNvSpPr/>
                  <p:nvPr/>
                </p:nvSpPr>
                <p:spPr>
                  <a:xfrm rot="5400000">
                    <a:off x="441873" y="3940234"/>
                    <a:ext cx="1080000" cy="52942"/>
                  </a:xfrm>
                  <a:prstGeom prst="round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13" name="四角形: 角を丸くする 1912">
                    <a:extLst>
                      <a:ext uri="{FF2B5EF4-FFF2-40B4-BE49-F238E27FC236}">
                        <a16:creationId xmlns:a16="http://schemas.microsoft.com/office/drawing/2014/main" id="{AD022709-16C2-E587-C6EA-610E359E34EB}"/>
                      </a:ext>
                    </a:extLst>
                  </p:cNvPr>
                  <p:cNvSpPr/>
                  <p:nvPr/>
                </p:nvSpPr>
                <p:spPr>
                  <a:xfrm rot="5400000">
                    <a:off x="621873" y="4145566"/>
                    <a:ext cx="720000" cy="162000"/>
                  </a:xfrm>
                  <a:prstGeom prst="round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grpSp>
      </p:grpSp>
      <p:sp>
        <p:nvSpPr>
          <p:cNvPr id="2" name="テキスト ボックス 1">
            <a:extLst>
              <a:ext uri="{FF2B5EF4-FFF2-40B4-BE49-F238E27FC236}">
                <a16:creationId xmlns:a16="http://schemas.microsoft.com/office/drawing/2014/main" id="{689B1CF2-6443-E357-A0BD-319E986579A4}"/>
              </a:ext>
            </a:extLst>
          </p:cNvPr>
          <p:cNvSpPr txBox="1">
            <a:spLocks/>
          </p:cNvSpPr>
          <p:nvPr/>
        </p:nvSpPr>
        <p:spPr>
          <a:xfrm>
            <a:off x="-90309" y="-100092"/>
            <a:ext cx="6186309" cy="646331"/>
          </a:xfrm>
          <a:prstGeom prst="rect">
            <a:avLst/>
          </a:prstGeom>
          <a:noFill/>
        </p:spPr>
        <p:txBody>
          <a:bodyPr wrap="none" rtlCol="0">
            <a:spAutoFit/>
          </a:bodyPr>
          <a:lstStyle/>
          <a:p>
            <a:r>
              <a:rPr lang="ja-JP" altLang="en-US" sz="3600" u="sng" dirty="0">
                <a:solidFill>
                  <a:schemeClr val="bg2"/>
                </a:solidFill>
                <a:latin typeface="ＭＳ ゴシック" panose="020B0609070205080204" pitchFamily="49" charset="-128"/>
                <a:ea typeface="ＭＳ ゴシック" panose="020B0609070205080204" pitchFamily="49" charset="-128"/>
              </a:rPr>
              <a:t>ものづくりコンテストとは？</a:t>
            </a:r>
            <a:endParaRPr kumimoji="1" lang="ja-JP" altLang="en-US" sz="3600" u="sng" dirty="0">
              <a:solidFill>
                <a:schemeClr val="bg2"/>
              </a:solidFill>
              <a:latin typeface="ＭＳ ゴシック" panose="020B0609070205080204" pitchFamily="49" charset="-128"/>
              <a:ea typeface="ＭＳ ゴシック" panose="020B0609070205080204" pitchFamily="49" charset="-128"/>
            </a:endParaRPr>
          </a:p>
        </p:txBody>
      </p:sp>
    </p:spTree>
    <p:extLst>
      <p:ext uri="{BB962C8B-B14F-4D97-AF65-F5344CB8AC3E}">
        <p14:creationId xmlns:p14="http://schemas.microsoft.com/office/powerpoint/2010/main" val="83994181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advTm="20000">
        <p159:morph option="byObject"/>
      </p:transition>
    </mc:Choice>
    <mc:Fallback>
      <p:transition spd="slow" advTm="20000">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nodeType="clickEffect">
                                  <p:stCondLst>
                                    <p:cond delay="0"/>
                                  </p:stCondLst>
                                  <p:childTnLst>
                                    <p:set>
                                      <p:cBhvr>
                                        <p:cTn id="6" dur="1" fill="hold">
                                          <p:stCondLst>
                                            <p:cond delay="0"/>
                                          </p:stCondLst>
                                        </p:cTn>
                                        <p:tgtEl>
                                          <p:spTgt spid="1671"/>
                                        </p:tgtEl>
                                        <p:attrNameLst>
                                          <p:attrName>style.visibility</p:attrName>
                                        </p:attrNameLst>
                                      </p:cBhvr>
                                      <p:to>
                                        <p:strVal val="visible"/>
                                      </p:to>
                                    </p:set>
                                    <p:animEffect transition="in" filter="circle(in)">
                                      <p:cBhvr>
                                        <p:cTn id="7" dur="1000"/>
                                        <p:tgtEl>
                                          <p:spTgt spid="1671"/>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3" accel="100000" fill="hold" nodeType="clickEffect">
                                  <p:stCondLst>
                                    <p:cond delay="5000"/>
                                  </p:stCondLst>
                                  <p:childTnLst>
                                    <p:set>
                                      <p:cBhvr>
                                        <p:cTn id="11" dur="1" fill="hold">
                                          <p:stCondLst>
                                            <p:cond delay="0"/>
                                          </p:stCondLst>
                                        </p:cTn>
                                        <p:tgtEl>
                                          <p:spTgt spid="1689"/>
                                        </p:tgtEl>
                                        <p:attrNameLst>
                                          <p:attrName>style.visibility</p:attrName>
                                        </p:attrNameLst>
                                      </p:cBhvr>
                                      <p:to>
                                        <p:strVal val="visible"/>
                                      </p:to>
                                    </p:set>
                                    <p:anim calcmode="lin" valueType="num">
                                      <p:cBhvr additive="base">
                                        <p:cTn id="12" dur="1000" fill="hold"/>
                                        <p:tgtEl>
                                          <p:spTgt spid="1689"/>
                                        </p:tgtEl>
                                        <p:attrNameLst>
                                          <p:attrName>ppt_x</p:attrName>
                                        </p:attrNameLst>
                                      </p:cBhvr>
                                      <p:tavLst>
                                        <p:tav tm="0">
                                          <p:val>
                                            <p:strVal val="1+#ppt_w/2"/>
                                          </p:val>
                                        </p:tav>
                                        <p:tav tm="100000">
                                          <p:val>
                                            <p:strVal val="#ppt_x"/>
                                          </p:val>
                                        </p:tav>
                                      </p:tavLst>
                                    </p:anim>
                                    <p:anim calcmode="lin" valueType="num">
                                      <p:cBhvr additive="base">
                                        <p:cTn id="13" dur="1000" fill="hold"/>
                                        <p:tgtEl>
                                          <p:spTgt spid="1689"/>
                                        </p:tgtEl>
                                        <p:attrNameLst>
                                          <p:attrName>ppt_y</p:attrName>
                                        </p:attrNameLst>
                                      </p:cBhvr>
                                      <p:tavLst>
                                        <p:tav tm="0">
                                          <p:val>
                                            <p:strVal val="0-#ppt_h/2"/>
                                          </p:val>
                                        </p:tav>
                                        <p:tav tm="100000">
                                          <p:val>
                                            <p:strVal val="#ppt_y"/>
                                          </p:val>
                                        </p:tav>
                                      </p:tavLst>
                                    </p:anim>
                                  </p:childTnLst>
                                </p:cTn>
                              </p:par>
                            </p:childTnLst>
                          </p:cTn>
                        </p:par>
                        <p:par>
                          <p:cTn id="14" fill="hold">
                            <p:stCondLst>
                              <p:cond delay="6000"/>
                            </p:stCondLst>
                            <p:childTnLst>
                              <p:par>
                                <p:cTn id="15" presetID="32" presetClass="emph" presetSubtype="0" fill="hold" nodeType="afterEffect">
                                  <p:stCondLst>
                                    <p:cond delay="0"/>
                                  </p:stCondLst>
                                  <p:childTnLst>
                                    <p:animRot by="120000">
                                      <p:cBhvr>
                                        <p:cTn id="16" dur="100" fill="hold">
                                          <p:stCondLst>
                                            <p:cond delay="0"/>
                                          </p:stCondLst>
                                        </p:cTn>
                                        <p:tgtEl>
                                          <p:spTgt spid="1689"/>
                                        </p:tgtEl>
                                        <p:attrNameLst>
                                          <p:attrName>r</p:attrName>
                                        </p:attrNameLst>
                                      </p:cBhvr>
                                    </p:animRot>
                                    <p:animRot by="-240000">
                                      <p:cBhvr>
                                        <p:cTn id="17" dur="200" fill="hold">
                                          <p:stCondLst>
                                            <p:cond delay="200"/>
                                          </p:stCondLst>
                                        </p:cTn>
                                        <p:tgtEl>
                                          <p:spTgt spid="1689"/>
                                        </p:tgtEl>
                                        <p:attrNameLst>
                                          <p:attrName>r</p:attrName>
                                        </p:attrNameLst>
                                      </p:cBhvr>
                                    </p:animRot>
                                    <p:animRot by="240000">
                                      <p:cBhvr>
                                        <p:cTn id="18" dur="200" fill="hold">
                                          <p:stCondLst>
                                            <p:cond delay="400"/>
                                          </p:stCondLst>
                                        </p:cTn>
                                        <p:tgtEl>
                                          <p:spTgt spid="1689"/>
                                        </p:tgtEl>
                                        <p:attrNameLst>
                                          <p:attrName>r</p:attrName>
                                        </p:attrNameLst>
                                      </p:cBhvr>
                                    </p:animRot>
                                    <p:animRot by="-240000">
                                      <p:cBhvr>
                                        <p:cTn id="19" dur="200" fill="hold">
                                          <p:stCondLst>
                                            <p:cond delay="600"/>
                                          </p:stCondLst>
                                        </p:cTn>
                                        <p:tgtEl>
                                          <p:spTgt spid="1689"/>
                                        </p:tgtEl>
                                        <p:attrNameLst>
                                          <p:attrName>r</p:attrName>
                                        </p:attrNameLst>
                                      </p:cBhvr>
                                    </p:animRot>
                                    <p:animRot by="120000">
                                      <p:cBhvr>
                                        <p:cTn id="20" dur="200" fill="hold">
                                          <p:stCondLst>
                                            <p:cond delay="800"/>
                                          </p:stCondLst>
                                        </p:cTn>
                                        <p:tgtEl>
                                          <p:spTgt spid="1689"/>
                                        </p:tgtEl>
                                        <p:attrNameLst>
                                          <p:attrName>r</p:attrName>
                                        </p:attrNameLst>
                                      </p:cBhvr>
                                    </p:animRot>
                                  </p:childTnLst>
                                </p:cTn>
                              </p:par>
                            </p:childTnLst>
                          </p:cTn>
                        </p:par>
                        <p:par>
                          <p:cTn id="21" fill="hold">
                            <p:stCondLst>
                              <p:cond delay="7000"/>
                            </p:stCondLst>
                            <p:childTnLst>
                              <p:par>
                                <p:cTn id="22" presetID="6" presetClass="entr" presetSubtype="32" fill="hold" nodeType="afterEffect">
                                  <p:stCondLst>
                                    <p:cond delay="5000"/>
                                  </p:stCondLst>
                                  <p:childTnLst>
                                    <p:set>
                                      <p:cBhvr>
                                        <p:cTn id="23" dur="1" fill="hold">
                                          <p:stCondLst>
                                            <p:cond delay="0"/>
                                          </p:stCondLst>
                                        </p:cTn>
                                        <p:tgtEl>
                                          <p:spTgt spid="1701"/>
                                        </p:tgtEl>
                                        <p:attrNameLst>
                                          <p:attrName>style.visibility</p:attrName>
                                        </p:attrNameLst>
                                      </p:cBhvr>
                                      <p:to>
                                        <p:strVal val="visible"/>
                                      </p:to>
                                    </p:set>
                                    <p:animEffect transition="in" filter="circle(out)">
                                      <p:cBhvr>
                                        <p:cTn id="24" dur="1000"/>
                                        <p:tgtEl>
                                          <p:spTgt spid="1701"/>
                                        </p:tgtEl>
                                      </p:cBhvr>
                                    </p:animEffect>
                                  </p:childTnLst>
                                </p:cTn>
                              </p:par>
                            </p:childTnLst>
                          </p:cTn>
                        </p:par>
                        <p:par>
                          <p:cTn id="25" fill="hold">
                            <p:stCondLst>
                              <p:cond delay="13000"/>
                            </p:stCondLst>
                            <p:childTnLst>
                              <p:par>
                                <p:cTn id="26" presetID="1" presetClass="entr" presetSubtype="0" fill="hold" nodeType="afterEffect">
                                  <p:stCondLst>
                                    <p:cond delay="5000"/>
                                  </p:stCondLst>
                                  <p:childTnLst>
                                    <p:set>
                                      <p:cBhvr>
                                        <p:cTn id="27" dur="1" fill="hold">
                                          <p:stCondLst>
                                            <p:cond delay="0"/>
                                          </p:stCondLst>
                                        </p:cTn>
                                        <p:tgtEl>
                                          <p:spTgt spid="1733"/>
                                        </p:tgtEl>
                                        <p:attrNameLst>
                                          <p:attrName>style.visibility</p:attrName>
                                        </p:attrNameLst>
                                      </p:cBhvr>
                                      <p:to>
                                        <p:strVal val="visible"/>
                                      </p:to>
                                    </p:set>
                                  </p:childTnLst>
                                </p:cTn>
                              </p:par>
                              <p:par>
                                <p:cTn id="28" presetID="26" presetClass="emph" presetSubtype="0" fill="hold" nodeType="withEffect">
                                  <p:stCondLst>
                                    <p:cond delay="5000"/>
                                  </p:stCondLst>
                                  <p:childTnLst>
                                    <p:animEffect transition="out" filter="fade">
                                      <p:cBhvr>
                                        <p:cTn id="29" dur="1000" tmFilter="0, 0; .2, .5; .8, .5; 1, 0"/>
                                        <p:tgtEl>
                                          <p:spTgt spid="1733"/>
                                        </p:tgtEl>
                                      </p:cBhvr>
                                    </p:animEffect>
                                    <p:animScale>
                                      <p:cBhvr>
                                        <p:cTn id="30" dur="500" autoRev="1" fill="hold"/>
                                        <p:tgtEl>
                                          <p:spTgt spid="1733"/>
                                        </p:tgtEl>
                                      </p:cBhvr>
                                      <p:by x="105000" y="105000"/>
                                    </p:animScale>
                                  </p:childTnLst>
                                </p:cTn>
                              </p:par>
                            </p:childTnLst>
                          </p:cTn>
                        </p:par>
                        <p:par>
                          <p:cTn id="31" fill="hold">
                            <p:stCondLst>
                              <p:cond delay="19000"/>
                            </p:stCondLst>
                            <p:childTnLst>
                              <p:par>
                                <p:cTn id="32" presetID="22" presetClass="entr" presetSubtype="1" fill="hold" nodeType="afterEffect">
                                  <p:stCondLst>
                                    <p:cond delay="5000"/>
                                  </p:stCondLst>
                                  <p:childTnLst>
                                    <p:set>
                                      <p:cBhvr>
                                        <p:cTn id="33" dur="1" fill="hold">
                                          <p:stCondLst>
                                            <p:cond delay="0"/>
                                          </p:stCondLst>
                                        </p:cTn>
                                        <p:tgtEl>
                                          <p:spTgt spid="1761"/>
                                        </p:tgtEl>
                                        <p:attrNameLst>
                                          <p:attrName>style.visibility</p:attrName>
                                        </p:attrNameLst>
                                      </p:cBhvr>
                                      <p:to>
                                        <p:strVal val="visible"/>
                                      </p:to>
                                    </p:set>
                                    <p:animEffect transition="in" filter="wipe(up)">
                                      <p:cBhvr>
                                        <p:cTn id="34" dur="1000"/>
                                        <p:tgtEl>
                                          <p:spTgt spid="1761"/>
                                        </p:tgtEl>
                                      </p:cBhvr>
                                    </p:animEffect>
                                  </p:childTnLst>
                                </p:cTn>
                              </p:par>
                            </p:childTnLst>
                          </p:cTn>
                        </p:par>
                        <p:par>
                          <p:cTn id="35" fill="hold">
                            <p:stCondLst>
                              <p:cond delay="25000"/>
                            </p:stCondLst>
                            <p:childTnLst>
                              <p:par>
                                <p:cTn id="36" presetID="14" presetClass="entr" presetSubtype="10" fill="hold" nodeType="afterEffect">
                                  <p:stCondLst>
                                    <p:cond delay="5000"/>
                                  </p:stCondLst>
                                  <p:childTnLst>
                                    <p:set>
                                      <p:cBhvr>
                                        <p:cTn id="37" dur="1" fill="hold">
                                          <p:stCondLst>
                                            <p:cond delay="0"/>
                                          </p:stCondLst>
                                        </p:cTn>
                                        <p:tgtEl>
                                          <p:spTgt spid="1845"/>
                                        </p:tgtEl>
                                        <p:attrNameLst>
                                          <p:attrName>style.visibility</p:attrName>
                                        </p:attrNameLst>
                                      </p:cBhvr>
                                      <p:to>
                                        <p:strVal val="visible"/>
                                      </p:to>
                                    </p:set>
                                    <p:animEffect transition="in" filter="randombar(horizontal)">
                                      <p:cBhvr>
                                        <p:cTn id="38" dur="1000"/>
                                        <p:tgtEl>
                                          <p:spTgt spid="1845"/>
                                        </p:tgtEl>
                                      </p:cBhvr>
                                    </p:animEffect>
                                  </p:childTnLst>
                                </p:cTn>
                              </p:par>
                            </p:childTnLst>
                          </p:cTn>
                        </p:par>
                        <p:par>
                          <p:cTn id="39" fill="hold">
                            <p:stCondLst>
                              <p:cond delay="31000"/>
                            </p:stCondLst>
                            <p:childTnLst>
                              <p:par>
                                <p:cTn id="40" presetID="16" presetClass="entr" presetSubtype="37" fill="hold" nodeType="afterEffect">
                                  <p:stCondLst>
                                    <p:cond delay="5000"/>
                                  </p:stCondLst>
                                  <p:childTnLst>
                                    <p:set>
                                      <p:cBhvr>
                                        <p:cTn id="41" dur="1" fill="hold">
                                          <p:stCondLst>
                                            <p:cond delay="0"/>
                                          </p:stCondLst>
                                        </p:cTn>
                                        <p:tgtEl>
                                          <p:spTgt spid="1885"/>
                                        </p:tgtEl>
                                        <p:attrNameLst>
                                          <p:attrName>style.visibility</p:attrName>
                                        </p:attrNameLst>
                                      </p:cBhvr>
                                      <p:to>
                                        <p:strVal val="visible"/>
                                      </p:to>
                                    </p:set>
                                    <p:animEffect transition="in" filter="barn(outVertical)">
                                      <p:cBhvr>
                                        <p:cTn id="42" dur="1000"/>
                                        <p:tgtEl>
                                          <p:spTgt spid="1885"/>
                                        </p:tgtEl>
                                      </p:cBhvr>
                                    </p:animEffect>
                                  </p:childTnLst>
                                </p:cTn>
                              </p:par>
                            </p:childTnLst>
                          </p:cTn>
                        </p:par>
                        <p:par>
                          <p:cTn id="43" fill="hold">
                            <p:stCondLst>
                              <p:cond delay="37000"/>
                            </p:stCondLst>
                            <p:childTnLst>
                              <p:par>
                                <p:cTn id="44" presetID="42" presetClass="entr" presetSubtype="0" fill="hold" nodeType="afterEffect">
                                  <p:stCondLst>
                                    <p:cond delay="5000"/>
                                  </p:stCondLst>
                                  <p:childTnLst>
                                    <p:set>
                                      <p:cBhvr>
                                        <p:cTn id="45" dur="1" fill="hold">
                                          <p:stCondLst>
                                            <p:cond delay="0"/>
                                          </p:stCondLst>
                                        </p:cTn>
                                        <p:tgtEl>
                                          <p:spTgt spid="1926"/>
                                        </p:tgtEl>
                                        <p:attrNameLst>
                                          <p:attrName>style.visibility</p:attrName>
                                        </p:attrNameLst>
                                      </p:cBhvr>
                                      <p:to>
                                        <p:strVal val="visible"/>
                                      </p:to>
                                    </p:set>
                                    <p:animEffect transition="in" filter="fade">
                                      <p:cBhvr>
                                        <p:cTn id="46" dur="1000"/>
                                        <p:tgtEl>
                                          <p:spTgt spid="1926"/>
                                        </p:tgtEl>
                                      </p:cBhvr>
                                    </p:animEffect>
                                    <p:anim calcmode="lin" valueType="num">
                                      <p:cBhvr>
                                        <p:cTn id="47" dur="1000" fill="hold"/>
                                        <p:tgtEl>
                                          <p:spTgt spid="1926"/>
                                        </p:tgtEl>
                                        <p:attrNameLst>
                                          <p:attrName>ppt_x</p:attrName>
                                        </p:attrNameLst>
                                      </p:cBhvr>
                                      <p:tavLst>
                                        <p:tav tm="0">
                                          <p:val>
                                            <p:strVal val="#ppt_x"/>
                                          </p:val>
                                        </p:tav>
                                        <p:tav tm="100000">
                                          <p:val>
                                            <p:strVal val="#ppt_x"/>
                                          </p:val>
                                        </p:tav>
                                      </p:tavLst>
                                    </p:anim>
                                    <p:anim calcmode="lin" valueType="num">
                                      <p:cBhvr>
                                        <p:cTn id="48" dur="1000" fill="hold"/>
                                        <p:tgtEl>
                                          <p:spTgt spid="1926"/>
                                        </p:tgtEl>
                                        <p:attrNameLst>
                                          <p:attrName>ppt_y</p:attrName>
                                        </p:attrNameLst>
                                      </p:cBhvr>
                                      <p:tavLst>
                                        <p:tav tm="0">
                                          <p:val>
                                            <p:strVal val="#ppt_y+.1"/>
                                          </p:val>
                                        </p:tav>
                                        <p:tav tm="100000">
                                          <p:val>
                                            <p:strVal val="#ppt_y"/>
                                          </p:val>
                                        </p:tav>
                                      </p:tavLst>
                                    </p:anim>
                                  </p:childTnLst>
                                </p:cTn>
                              </p:par>
                            </p:childTnLst>
                          </p:cTn>
                        </p:par>
                        <p:par>
                          <p:cTn id="49" fill="hold">
                            <p:stCondLst>
                              <p:cond delay="43000"/>
                            </p:stCondLst>
                            <p:childTnLst>
                              <p:par>
                                <p:cTn id="50" presetID="22" presetClass="entr" presetSubtype="8" fill="hold" nodeType="afterEffect">
                                  <p:stCondLst>
                                    <p:cond delay="5000"/>
                                  </p:stCondLst>
                                  <p:childTnLst>
                                    <p:set>
                                      <p:cBhvr>
                                        <p:cTn id="51" dur="1" fill="hold">
                                          <p:stCondLst>
                                            <p:cond delay="0"/>
                                          </p:stCondLst>
                                        </p:cTn>
                                        <p:tgtEl>
                                          <p:spTgt spid="1624">
                                            <p:txEl>
                                              <p:pRg st="0" end="0"/>
                                            </p:txEl>
                                          </p:spTgt>
                                        </p:tgtEl>
                                        <p:attrNameLst>
                                          <p:attrName>style.visibility</p:attrName>
                                        </p:attrNameLst>
                                      </p:cBhvr>
                                      <p:to>
                                        <p:strVal val="visible"/>
                                      </p:to>
                                    </p:set>
                                    <p:animEffect transition="in" filter="wipe(left)">
                                      <p:cBhvr>
                                        <p:cTn id="52" dur="1000"/>
                                        <p:tgtEl>
                                          <p:spTgt spid="162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図 8" descr="ダイアグラム&#10;&#10;AI によって生成されたコンテンツは間違っている可能性があります。">
            <a:extLst>
              <a:ext uri="{FF2B5EF4-FFF2-40B4-BE49-F238E27FC236}">
                <a16:creationId xmlns:a16="http://schemas.microsoft.com/office/drawing/2014/main" id="{01ADF140-CB0F-5AF7-AED3-DB555F313868}"/>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40000"/>
                    </a14:imgEffect>
                    <a14:imgEffect>
                      <a14:brightnessContrast bright="1000" contrast="-20000"/>
                    </a14:imgEffect>
                  </a14:imgLayer>
                </a14:imgProps>
              </a:ext>
              <a:ext uri="{28A0092B-C50C-407E-A947-70E740481C1C}">
                <a14:useLocalDpi xmlns:a14="http://schemas.microsoft.com/office/drawing/2010/main" val="0"/>
              </a:ext>
            </a:extLst>
          </a:blip>
          <a:stretch>
            <a:fillRect/>
          </a:stretch>
        </p:blipFill>
        <p:spPr>
          <a:xfrm>
            <a:off x="6710359" y="2966404"/>
            <a:ext cx="5420040" cy="3861562"/>
          </a:xfrm>
          <a:prstGeom prst="rect">
            <a:avLst/>
          </a:prstGeom>
          <a:effectLst>
            <a:reflection stA="45000" endPos="65000" dir="5400000" sy="-100000" algn="bl" rotWithShape="0"/>
          </a:effectLst>
        </p:spPr>
      </p:pic>
      <p:sp>
        <p:nvSpPr>
          <p:cNvPr id="4" name="直角三角形 3">
            <a:extLst>
              <a:ext uri="{FF2B5EF4-FFF2-40B4-BE49-F238E27FC236}">
                <a16:creationId xmlns:a16="http://schemas.microsoft.com/office/drawing/2014/main" id="{4CA1CB6D-F292-BAC6-BEB2-C47EFF3E7310}"/>
              </a:ext>
            </a:extLst>
          </p:cNvPr>
          <p:cNvSpPr>
            <a:spLocks/>
          </p:cNvSpPr>
          <p:nvPr/>
        </p:nvSpPr>
        <p:spPr>
          <a:xfrm rot="5400000">
            <a:off x="-1573333" y="-1664744"/>
            <a:ext cx="6858000" cy="10204333"/>
          </a:xfrm>
          <a:prstGeom prst="rtTriangle">
            <a:avLst/>
          </a:prstGeom>
          <a:solidFill>
            <a:srgbClr val="FFA700"/>
          </a:solidFill>
          <a:ln>
            <a:solidFill>
              <a:srgbClr val="FFA7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7" name="図 6" descr="ダイアグラム&#10;&#10;AI によって生成されたコンテンツは間違っている可能性があります。">
            <a:extLst>
              <a:ext uri="{FF2B5EF4-FFF2-40B4-BE49-F238E27FC236}">
                <a16:creationId xmlns:a16="http://schemas.microsoft.com/office/drawing/2014/main" id="{E13C8305-FD6C-261C-C03D-CC4221010FF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055971" y="3145799"/>
            <a:ext cx="4709749" cy="3682167"/>
          </a:xfrm>
          <a:prstGeom prst="rect">
            <a:avLst/>
          </a:prstGeom>
        </p:spPr>
      </p:pic>
      <p:sp>
        <p:nvSpPr>
          <p:cNvPr id="11" name="直角三角形 10">
            <a:extLst>
              <a:ext uri="{FF2B5EF4-FFF2-40B4-BE49-F238E27FC236}">
                <a16:creationId xmlns:a16="http://schemas.microsoft.com/office/drawing/2014/main" id="{CA60E49C-80A0-4644-ED7D-3BAA784F54FA}"/>
              </a:ext>
            </a:extLst>
          </p:cNvPr>
          <p:cNvSpPr>
            <a:spLocks/>
          </p:cNvSpPr>
          <p:nvPr/>
        </p:nvSpPr>
        <p:spPr>
          <a:xfrm rot="16200000">
            <a:off x="-14564614" y="-1896485"/>
            <a:ext cx="9658347" cy="7833777"/>
          </a:xfrm>
          <a:prstGeom prst="rtTriangle">
            <a:avLst/>
          </a:prstGeom>
          <a:solidFill>
            <a:srgbClr val="FFA700"/>
          </a:solidFill>
          <a:ln>
            <a:solidFill>
              <a:srgbClr val="FFA7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dirty="0"/>
          </a:p>
        </p:txBody>
      </p:sp>
      <p:sp>
        <p:nvSpPr>
          <p:cNvPr id="18" name="斜め縞 17">
            <a:extLst>
              <a:ext uri="{FF2B5EF4-FFF2-40B4-BE49-F238E27FC236}">
                <a16:creationId xmlns:a16="http://schemas.microsoft.com/office/drawing/2014/main" id="{9E671865-A0E2-61E1-39F6-FACA901E6FA7}"/>
              </a:ext>
            </a:extLst>
          </p:cNvPr>
          <p:cNvSpPr>
            <a:spLocks/>
          </p:cNvSpPr>
          <p:nvPr/>
        </p:nvSpPr>
        <p:spPr>
          <a:xfrm rot="16200000">
            <a:off x="-4432743" y="3495900"/>
            <a:ext cx="3265458" cy="3475588"/>
          </a:xfrm>
          <a:prstGeom prst="diagStripe">
            <a:avLst>
              <a:gd name="adj" fmla="val 69192"/>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624" name="テキスト ボックス 1623">
            <a:extLst>
              <a:ext uri="{FF2B5EF4-FFF2-40B4-BE49-F238E27FC236}">
                <a16:creationId xmlns:a16="http://schemas.microsoft.com/office/drawing/2014/main" id="{F29FC465-0430-FE81-E10A-A39A28EA74DA}"/>
              </a:ext>
            </a:extLst>
          </p:cNvPr>
          <p:cNvSpPr txBox="1"/>
          <p:nvPr/>
        </p:nvSpPr>
        <p:spPr>
          <a:xfrm>
            <a:off x="104775" y="407364"/>
            <a:ext cx="5314275" cy="707886"/>
          </a:xfrm>
          <a:prstGeom prst="rect">
            <a:avLst/>
          </a:prstGeom>
          <a:noFill/>
        </p:spPr>
        <p:txBody>
          <a:bodyPr wrap="none" rtlCol="0">
            <a:spAutoFit/>
          </a:bodyPr>
          <a:lstStyle/>
          <a:p>
            <a:r>
              <a:rPr lang="ja-JP" altLang="en-US" sz="4000" dirty="0">
                <a:solidFill>
                  <a:schemeClr val="bg2"/>
                </a:solidFill>
                <a:latin typeface="ＭＳ ゴシック" panose="020B0609070205080204" pitchFamily="49" charset="-128"/>
                <a:ea typeface="ＭＳ ゴシック" panose="020B0609070205080204" pitchFamily="49" charset="-128"/>
              </a:rPr>
              <a:t>電子回路組み立て部門</a:t>
            </a:r>
            <a:endParaRPr lang="en-US" altLang="ja-JP" sz="4000" dirty="0">
              <a:solidFill>
                <a:schemeClr val="bg2"/>
              </a:solidFill>
              <a:latin typeface="ＭＳ ゴシック" panose="020B0609070205080204" pitchFamily="49" charset="-128"/>
              <a:ea typeface="ＭＳ ゴシック" panose="020B0609070205080204" pitchFamily="49" charset="-128"/>
            </a:endParaRPr>
          </a:p>
        </p:txBody>
      </p:sp>
      <p:grpSp>
        <p:nvGrpSpPr>
          <p:cNvPr id="1845" name="グループ化 1844">
            <a:extLst>
              <a:ext uri="{FF2B5EF4-FFF2-40B4-BE49-F238E27FC236}">
                <a16:creationId xmlns:a16="http://schemas.microsoft.com/office/drawing/2014/main" id="{8DCA2087-91DB-CC5C-4227-CEEB042CF482}"/>
              </a:ext>
            </a:extLst>
          </p:cNvPr>
          <p:cNvGrpSpPr/>
          <p:nvPr/>
        </p:nvGrpSpPr>
        <p:grpSpPr>
          <a:xfrm>
            <a:off x="0" y="1044022"/>
            <a:ext cx="2285451" cy="2651123"/>
            <a:chOff x="1608047" y="1675845"/>
            <a:chExt cx="2285451" cy="2651123"/>
          </a:xfrm>
        </p:grpSpPr>
        <p:sp>
          <p:nvSpPr>
            <p:cNvPr id="1734" name="六角形 1733">
              <a:extLst>
                <a:ext uri="{FF2B5EF4-FFF2-40B4-BE49-F238E27FC236}">
                  <a16:creationId xmlns:a16="http://schemas.microsoft.com/office/drawing/2014/main" id="{2AC04455-52D7-8260-89EB-61F0ED29C1B0}"/>
                </a:ext>
              </a:extLst>
            </p:cNvPr>
            <p:cNvSpPr>
              <a:spLocks noChangeAspect="1"/>
            </p:cNvSpPr>
            <p:nvPr/>
          </p:nvSpPr>
          <p:spPr>
            <a:xfrm rot="5400000">
              <a:off x="1425211" y="1858681"/>
              <a:ext cx="2651123" cy="2285451"/>
            </a:xfrm>
            <a:prstGeom prst="hexagon">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1844" name="グループ化 1843">
              <a:extLst>
                <a:ext uri="{FF2B5EF4-FFF2-40B4-BE49-F238E27FC236}">
                  <a16:creationId xmlns:a16="http://schemas.microsoft.com/office/drawing/2014/main" id="{548725F9-4175-D964-8A3F-1674B4077583}"/>
                </a:ext>
              </a:extLst>
            </p:cNvPr>
            <p:cNvGrpSpPr/>
            <p:nvPr/>
          </p:nvGrpSpPr>
          <p:grpSpPr>
            <a:xfrm>
              <a:off x="2023713" y="2268207"/>
              <a:ext cx="1454118" cy="1454118"/>
              <a:chOff x="2047047" y="2274347"/>
              <a:chExt cx="1454118" cy="1454118"/>
            </a:xfrm>
          </p:grpSpPr>
          <p:grpSp>
            <p:nvGrpSpPr>
              <p:cNvPr id="1842" name="グループ化 1841">
                <a:extLst>
                  <a:ext uri="{FF2B5EF4-FFF2-40B4-BE49-F238E27FC236}">
                    <a16:creationId xmlns:a16="http://schemas.microsoft.com/office/drawing/2014/main" id="{A3E91BED-5A74-1AD4-7E8A-8719780A41D8}"/>
                  </a:ext>
                </a:extLst>
              </p:cNvPr>
              <p:cNvGrpSpPr/>
              <p:nvPr/>
            </p:nvGrpSpPr>
            <p:grpSpPr>
              <a:xfrm>
                <a:off x="2047047" y="2274347"/>
                <a:ext cx="1454118" cy="1454118"/>
                <a:chOff x="2047047" y="2274347"/>
                <a:chExt cx="1454118" cy="1454118"/>
              </a:xfrm>
            </p:grpSpPr>
            <p:sp>
              <p:nvSpPr>
                <p:cNvPr id="1763" name="四角形: 角を丸くする 1762">
                  <a:extLst>
                    <a:ext uri="{FF2B5EF4-FFF2-40B4-BE49-F238E27FC236}">
                      <a16:creationId xmlns:a16="http://schemas.microsoft.com/office/drawing/2014/main" id="{367649CB-AA28-8DB4-0C1C-B9912F63FB07}"/>
                    </a:ext>
                  </a:extLst>
                </p:cNvPr>
                <p:cNvSpPr/>
                <p:nvPr/>
              </p:nvSpPr>
              <p:spPr>
                <a:xfrm>
                  <a:off x="2203555" y="2412146"/>
                  <a:ext cx="1132834" cy="1178519"/>
                </a:xfrm>
                <a:prstGeom prst="round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770" name="グループ化 1769">
                  <a:extLst>
                    <a:ext uri="{FF2B5EF4-FFF2-40B4-BE49-F238E27FC236}">
                      <a16:creationId xmlns:a16="http://schemas.microsoft.com/office/drawing/2014/main" id="{7753584C-906C-C3F7-F2A7-EBD870AA0B63}"/>
                    </a:ext>
                  </a:extLst>
                </p:cNvPr>
                <p:cNvGrpSpPr/>
                <p:nvPr/>
              </p:nvGrpSpPr>
              <p:grpSpPr>
                <a:xfrm>
                  <a:off x="2047047" y="2596827"/>
                  <a:ext cx="1454118" cy="800359"/>
                  <a:chOff x="2035854" y="2612701"/>
                  <a:chExt cx="1454118" cy="800359"/>
                </a:xfrm>
              </p:grpSpPr>
              <p:sp>
                <p:nvSpPr>
                  <p:cNvPr id="1764" name="四角形: 角を丸くする 1763">
                    <a:extLst>
                      <a:ext uri="{FF2B5EF4-FFF2-40B4-BE49-F238E27FC236}">
                        <a16:creationId xmlns:a16="http://schemas.microsoft.com/office/drawing/2014/main" id="{7D402C74-69DD-0C2E-828B-D70764657F06}"/>
                      </a:ext>
                    </a:extLst>
                  </p:cNvPr>
                  <p:cNvSpPr/>
                  <p:nvPr/>
                </p:nvSpPr>
                <p:spPr>
                  <a:xfrm>
                    <a:off x="2035854" y="2612701"/>
                    <a:ext cx="1440000" cy="72000"/>
                  </a:xfrm>
                  <a:prstGeom prst="round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67" name="四角形: 角を丸くする 1766">
                    <a:extLst>
                      <a:ext uri="{FF2B5EF4-FFF2-40B4-BE49-F238E27FC236}">
                        <a16:creationId xmlns:a16="http://schemas.microsoft.com/office/drawing/2014/main" id="{8FD7676A-DD2D-3622-321A-9F436151642C}"/>
                      </a:ext>
                    </a:extLst>
                  </p:cNvPr>
                  <p:cNvSpPr/>
                  <p:nvPr/>
                </p:nvSpPr>
                <p:spPr>
                  <a:xfrm>
                    <a:off x="2049972" y="3341060"/>
                    <a:ext cx="1440000" cy="72000"/>
                  </a:xfrm>
                  <a:prstGeom prst="round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771" name="グループ化 1770">
                  <a:extLst>
                    <a:ext uri="{FF2B5EF4-FFF2-40B4-BE49-F238E27FC236}">
                      <a16:creationId xmlns:a16="http://schemas.microsoft.com/office/drawing/2014/main" id="{F7BDEC0A-235E-B37B-8241-098BB90604C0}"/>
                    </a:ext>
                  </a:extLst>
                </p:cNvPr>
                <p:cNvGrpSpPr/>
                <p:nvPr/>
              </p:nvGrpSpPr>
              <p:grpSpPr>
                <a:xfrm rot="5400000">
                  <a:off x="2039987" y="2601226"/>
                  <a:ext cx="1454118" cy="800359"/>
                  <a:chOff x="2035854" y="2612701"/>
                  <a:chExt cx="1454118" cy="800359"/>
                </a:xfrm>
              </p:grpSpPr>
              <p:sp>
                <p:nvSpPr>
                  <p:cNvPr id="1772" name="四角形: 角を丸くする 1771">
                    <a:extLst>
                      <a:ext uri="{FF2B5EF4-FFF2-40B4-BE49-F238E27FC236}">
                        <a16:creationId xmlns:a16="http://schemas.microsoft.com/office/drawing/2014/main" id="{69B9D0E2-745D-5F58-C48B-740056AA392D}"/>
                      </a:ext>
                    </a:extLst>
                  </p:cNvPr>
                  <p:cNvSpPr/>
                  <p:nvPr/>
                </p:nvSpPr>
                <p:spPr>
                  <a:xfrm>
                    <a:off x="2035854" y="2612701"/>
                    <a:ext cx="1440000" cy="72000"/>
                  </a:xfrm>
                  <a:prstGeom prst="round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73" name="四角形: 角を丸くする 1772">
                    <a:extLst>
                      <a:ext uri="{FF2B5EF4-FFF2-40B4-BE49-F238E27FC236}">
                        <a16:creationId xmlns:a16="http://schemas.microsoft.com/office/drawing/2014/main" id="{526318A8-845B-054A-6CA8-A623E29FEF39}"/>
                      </a:ext>
                    </a:extLst>
                  </p:cNvPr>
                  <p:cNvSpPr/>
                  <p:nvPr/>
                </p:nvSpPr>
                <p:spPr>
                  <a:xfrm>
                    <a:off x="2049972" y="3341060"/>
                    <a:ext cx="1440000" cy="72000"/>
                  </a:xfrm>
                  <a:prstGeom prst="round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1843" name="グループ化 1842">
                <a:extLst>
                  <a:ext uri="{FF2B5EF4-FFF2-40B4-BE49-F238E27FC236}">
                    <a16:creationId xmlns:a16="http://schemas.microsoft.com/office/drawing/2014/main" id="{02DFE0D2-67FA-F174-0B47-5062218D7829}"/>
                  </a:ext>
                </a:extLst>
              </p:cNvPr>
              <p:cNvGrpSpPr/>
              <p:nvPr/>
            </p:nvGrpSpPr>
            <p:grpSpPr>
              <a:xfrm>
                <a:off x="2252503" y="2459958"/>
                <a:ext cx="1040320" cy="1113762"/>
                <a:chOff x="2252503" y="2459958"/>
                <a:chExt cx="1040320" cy="1113762"/>
              </a:xfrm>
            </p:grpSpPr>
            <p:grpSp>
              <p:nvGrpSpPr>
                <p:cNvPr id="1840" name="グループ化 1839">
                  <a:extLst>
                    <a:ext uri="{FF2B5EF4-FFF2-40B4-BE49-F238E27FC236}">
                      <a16:creationId xmlns:a16="http://schemas.microsoft.com/office/drawing/2014/main" id="{AFFD1CBD-4161-8EAF-89D4-4DF9DBA5B63C}"/>
                    </a:ext>
                  </a:extLst>
                </p:cNvPr>
                <p:cNvGrpSpPr/>
                <p:nvPr/>
              </p:nvGrpSpPr>
              <p:grpSpPr>
                <a:xfrm>
                  <a:off x="2379937" y="2469409"/>
                  <a:ext cx="222128" cy="383075"/>
                  <a:chOff x="2379937" y="2469409"/>
                  <a:chExt cx="222128" cy="383075"/>
                </a:xfrm>
              </p:grpSpPr>
              <p:cxnSp>
                <p:nvCxnSpPr>
                  <p:cNvPr id="1775" name="コネクタ: カギ線 1774">
                    <a:extLst>
                      <a:ext uri="{FF2B5EF4-FFF2-40B4-BE49-F238E27FC236}">
                        <a16:creationId xmlns:a16="http://schemas.microsoft.com/office/drawing/2014/main" id="{E261C1D4-ED5E-23C6-38C0-48C4CE17497F}"/>
                      </a:ext>
                    </a:extLst>
                  </p:cNvPr>
                  <p:cNvCxnSpPr>
                    <a:cxnSpLocks/>
                  </p:cNvCxnSpPr>
                  <p:nvPr/>
                </p:nvCxnSpPr>
                <p:spPr>
                  <a:xfrm rot="16200000" flipH="1">
                    <a:off x="2309204" y="2574350"/>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798" name="楕円 1797">
                    <a:extLst>
                      <a:ext uri="{FF2B5EF4-FFF2-40B4-BE49-F238E27FC236}">
                        <a16:creationId xmlns:a16="http://schemas.microsoft.com/office/drawing/2014/main" id="{701BC3F0-9E16-8F15-366B-BD8C0FFF8C08}"/>
                      </a:ext>
                    </a:extLst>
                  </p:cNvPr>
                  <p:cNvSpPr>
                    <a:spLocks noChangeAspect="1"/>
                  </p:cNvSpPr>
                  <p:nvPr/>
                </p:nvSpPr>
                <p:spPr>
                  <a:xfrm>
                    <a:off x="2379937" y="2469409"/>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799" name="楕円 1798">
                    <a:extLst>
                      <a:ext uri="{FF2B5EF4-FFF2-40B4-BE49-F238E27FC236}">
                        <a16:creationId xmlns:a16="http://schemas.microsoft.com/office/drawing/2014/main" id="{F8A908D3-2C34-7501-520A-30A2122700EC}"/>
                      </a:ext>
                    </a:extLst>
                  </p:cNvPr>
                  <p:cNvSpPr>
                    <a:spLocks noChangeAspect="1"/>
                  </p:cNvSpPr>
                  <p:nvPr/>
                </p:nvSpPr>
                <p:spPr>
                  <a:xfrm>
                    <a:off x="2566065" y="2816484"/>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39" name="グループ化 1838">
                  <a:extLst>
                    <a:ext uri="{FF2B5EF4-FFF2-40B4-BE49-F238E27FC236}">
                      <a16:creationId xmlns:a16="http://schemas.microsoft.com/office/drawing/2014/main" id="{F5B61C9C-3349-FF93-35D4-838102B2688E}"/>
                    </a:ext>
                  </a:extLst>
                </p:cNvPr>
                <p:cNvGrpSpPr/>
                <p:nvPr/>
              </p:nvGrpSpPr>
              <p:grpSpPr>
                <a:xfrm>
                  <a:off x="2321591" y="2723872"/>
                  <a:ext cx="216104" cy="387559"/>
                  <a:chOff x="2321591" y="2723872"/>
                  <a:chExt cx="216104" cy="387559"/>
                </a:xfrm>
              </p:grpSpPr>
              <p:cxnSp>
                <p:nvCxnSpPr>
                  <p:cNvPr id="1786" name="コネクタ: カギ線 1785">
                    <a:extLst>
                      <a:ext uri="{FF2B5EF4-FFF2-40B4-BE49-F238E27FC236}">
                        <a16:creationId xmlns:a16="http://schemas.microsoft.com/office/drawing/2014/main" id="{31E185B4-F462-5BB1-7643-301CC664A20D}"/>
                      </a:ext>
                    </a:extLst>
                  </p:cNvPr>
                  <p:cNvCxnSpPr>
                    <a:cxnSpLocks/>
                  </p:cNvCxnSpPr>
                  <p:nvPr/>
                </p:nvCxnSpPr>
                <p:spPr>
                  <a:xfrm rot="5400000">
                    <a:off x="2248970" y="2828287"/>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00" name="楕円 1799">
                    <a:extLst>
                      <a:ext uri="{FF2B5EF4-FFF2-40B4-BE49-F238E27FC236}">
                        <a16:creationId xmlns:a16="http://schemas.microsoft.com/office/drawing/2014/main" id="{29EF5498-925C-1750-8472-4650C7C43399}"/>
                      </a:ext>
                    </a:extLst>
                  </p:cNvPr>
                  <p:cNvSpPr>
                    <a:spLocks noChangeAspect="1"/>
                  </p:cNvSpPr>
                  <p:nvPr/>
                </p:nvSpPr>
                <p:spPr>
                  <a:xfrm>
                    <a:off x="2501695" y="2723872"/>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01" name="楕円 1800">
                    <a:extLst>
                      <a:ext uri="{FF2B5EF4-FFF2-40B4-BE49-F238E27FC236}">
                        <a16:creationId xmlns:a16="http://schemas.microsoft.com/office/drawing/2014/main" id="{7882C51D-1C38-9D21-9E82-307C3CDCE831}"/>
                      </a:ext>
                    </a:extLst>
                  </p:cNvPr>
                  <p:cNvSpPr>
                    <a:spLocks noChangeAspect="1"/>
                  </p:cNvSpPr>
                  <p:nvPr/>
                </p:nvSpPr>
                <p:spPr>
                  <a:xfrm>
                    <a:off x="2321591" y="3075431"/>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41" name="グループ化 1840">
                  <a:extLst>
                    <a:ext uri="{FF2B5EF4-FFF2-40B4-BE49-F238E27FC236}">
                      <a16:creationId xmlns:a16="http://schemas.microsoft.com/office/drawing/2014/main" id="{14EA1111-5078-8A84-9AAB-D8AF7F527348}"/>
                    </a:ext>
                  </a:extLst>
                </p:cNvPr>
                <p:cNvGrpSpPr/>
                <p:nvPr/>
              </p:nvGrpSpPr>
              <p:grpSpPr>
                <a:xfrm>
                  <a:off x="2434856" y="2800275"/>
                  <a:ext cx="381550" cy="214731"/>
                  <a:chOff x="2434856" y="2800275"/>
                  <a:chExt cx="381550" cy="214731"/>
                </a:xfrm>
              </p:grpSpPr>
              <p:cxnSp>
                <p:nvCxnSpPr>
                  <p:cNvPr id="1779" name="コネクタ: カギ線 1778">
                    <a:extLst>
                      <a:ext uri="{FF2B5EF4-FFF2-40B4-BE49-F238E27FC236}">
                        <a16:creationId xmlns:a16="http://schemas.microsoft.com/office/drawing/2014/main" id="{BCED0046-F3B0-B9F0-2824-21BA89B9ACDF}"/>
                      </a:ext>
                    </a:extLst>
                  </p:cNvPr>
                  <p:cNvCxnSpPr>
                    <a:cxnSpLocks/>
                  </p:cNvCxnSpPr>
                  <p:nvPr/>
                </p:nvCxnSpPr>
                <p:spPr>
                  <a:xfrm flipH="1">
                    <a:off x="2447615" y="2817457"/>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02" name="楕円 1801">
                    <a:extLst>
                      <a:ext uri="{FF2B5EF4-FFF2-40B4-BE49-F238E27FC236}">
                        <a16:creationId xmlns:a16="http://schemas.microsoft.com/office/drawing/2014/main" id="{A65AEB9D-EDC8-3148-87F3-694613F3B5BB}"/>
                      </a:ext>
                    </a:extLst>
                  </p:cNvPr>
                  <p:cNvSpPr>
                    <a:spLocks noChangeAspect="1"/>
                  </p:cNvSpPr>
                  <p:nvPr/>
                </p:nvSpPr>
                <p:spPr>
                  <a:xfrm>
                    <a:off x="2780406" y="2800275"/>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04" name="楕円 1803">
                    <a:extLst>
                      <a:ext uri="{FF2B5EF4-FFF2-40B4-BE49-F238E27FC236}">
                        <a16:creationId xmlns:a16="http://schemas.microsoft.com/office/drawing/2014/main" id="{A0C756F1-EA7B-73CD-6755-53410FD11CCF}"/>
                      </a:ext>
                    </a:extLst>
                  </p:cNvPr>
                  <p:cNvSpPr>
                    <a:spLocks noChangeAspect="1"/>
                  </p:cNvSpPr>
                  <p:nvPr/>
                </p:nvSpPr>
                <p:spPr>
                  <a:xfrm>
                    <a:off x="2434856" y="2979006"/>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32" name="グループ化 1831">
                  <a:extLst>
                    <a:ext uri="{FF2B5EF4-FFF2-40B4-BE49-F238E27FC236}">
                      <a16:creationId xmlns:a16="http://schemas.microsoft.com/office/drawing/2014/main" id="{E7DE0998-3937-CCFA-78CE-AA066A1D0390}"/>
                    </a:ext>
                  </a:extLst>
                </p:cNvPr>
                <p:cNvGrpSpPr/>
                <p:nvPr/>
              </p:nvGrpSpPr>
              <p:grpSpPr>
                <a:xfrm>
                  <a:off x="2266453" y="3038520"/>
                  <a:ext cx="386317" cy="211710"/>
                  <a:chOff x="2266453" y="3038520"/>
                  <a:chExt cx="386317" cy="211710"/>
                </a:xfrm>
              </p:grpSpPr>
              <p:cxnSp>
                <p:nvCxnSpPr>
                  <p:cNvPr id="1784" name="コネクタ: カギ線 1783">
                    <a:extLst>
                      <a:ext uri="{FF2B5EF4-FFF2-40B4-BE49-F238E27FC236}">
                        <a16:creationId xmlns:a16="http://schemas.microsoft.com/office/drawing/2014/main" id="{744CAB52-74BA-EC77-4D92-C3914D45D07F}"/>
                      </a:ext>
                    </a:extLst>
                  </p:cNvPr>
                  <p:cNvCxnSpPr>
                    <a:cxnSpLocks/>
                  </p:cNvCxnSpPr>
                  <p:nvPr/>
                </p:nvCxnSpPr>
                <p:spPr>
                  <a:xfrm flipH="1">
                    <a:off x="2275007" y="3056087"/>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05" name="楕円 1804">
                    <a:extLst>
                      <a:ext uri="{FF2B5EF4-FFF2-40B4-BE49-F238E27FC236}">
                        <a16:creationId xmlns:a16="http://schemas.microsoft.com/office/drawing/2014/main" id="{4EB0EBFA-44AB-B2A9-235F-4B7436B6217D}"/>
                      </a:ext>
                    </a:extLst>
                  </p:cNvPr>
                  <p:cNvSpPr>
                    <a:spLocks noChangeAspect="1"/>
                  </p:cNvSpPr>
                  <p:nvPr/>
                </p:nvSpPr>
                <p:spPr>
                  <a:xfrm>
                    <a:off x="2616770" y="3038520"/>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06" name="楕円 1805">
                    <a:extLst>
                      <a:ext uri="{FF2B5EF4-FFF2-40B4-BE49-F238E27FC236}">
                        <a16:creationId xmlns:a16="http://schemas.microsoft.com/office/drawing/2014/main" id="{7E953EAE-65C8-EA21-38F3-00CBEBC54EEA}"/>
                      </a:ext>
                    </a:extLst>
                  </p:cNvPr>
                  <p:cNvSpPr>
                    <a:spLocks noChangeAspect="1"/>
                  </p:cNvSpPr>
                  <p:nvPr/>
                </p:nvSpPr>
                <p:spPr>
                  <a:xfrm>
                    <a:off x="2266453" y="3214230"/>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33" name="グループ化 1832">
                  <a:extLst>
                    <a:ext uri="{FF2B5EF4-FFF2-40B4-BE49-F238E27FC236}">
                      <a16:creationId xmlns:a16="http://schemas.microsoft.com/office/drawing/2014/main" id="{36320280-A693-4E5C-BDB6-07B95B7A9BB0}"/>
                    </a:ext>
                  </a:extLst>
                </p:cNvPr>
                <p:cNvGrpSpPr/>
                <p:nvPr/>
              </p:nvGrpSpPr>
              <p:grpSpPr>
                <a:xfrm>
                  <a:off x="2484438" y="2951203"/>
                  <a:ext cx="394651" cy="213342"/>
                  <a:chOff x="2484438" y="2951203"/>
                  <a:chExt cx="394651" cy="213342"/>
                </a:xfrm>
              </p:grpSpPr>
              <p:cxnSp>
                <p:nvCxnSpPr>
                  <p:cNvPr id="1788" name="コネクタ: カギ線 1787">
                    <a:extLst>
                      <a:ext uri="{FF2B5EF4-FFF2-40B4-BE49-F238E27FC236}">
                        <a16:creationId xmlns:a16="http://schemas.microsoft.com/office/drawing/2014/main" id="{72D31036-D1E1-61C8-5E86-03EDBCD23F08}"/>
                      </a:ext>
                    </a:extLst>
                  </p:cNvPr>
                  <p:cNvCxnSpPr>
                    <a:cxnSpLocks/>
                  </p:cNvCxnSpPr>
                  <p:nvPr/>
                </p:nvCxnSpPr>
                <p:spPr>
                  <a:xfrm flipH="1">
                    <a:off x="2500684" y="2965114"/>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09" name="楕円 1808">
                    <a:extLst>
                      <a:ext uri="{FF2B5EF4-FFF2-40B4-BE49-F238E27FC236}">
                        <a16:creationId xmlns:a16="http://schemas.microsoft.com/office/drawing/2014/main" id="{02223AB8-99A7-6273-3B06-08F5ED625E25}"/>
                      </a:ext>
                    </a:extLst>
                  </p:cNvPr>
                  <p:cNvSpPr>
                    <a:spLocks noChangeAspect="1"/>
                  </p:cNvSpPr>
                  <p:nvPr/>
                </p:nvSpPr>
                <p:spPr>
                  <a:xfrm>
                    <a:off x="2484438" y="3128545"/>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10" name="楕円 1809">
                    <a:extLst>
                      <a:ext uri="{FF2B5EF4-FFF2-40B4-BE49-F238E27FC236}">
                        <a16:creationId xmlns:a16="http://schemas.microsoft.com/office/drawing/2014/main" id="{5DC82022-EFCB-17A1-5B6A-26AC0AA99589}"/>
                      </a:ext>
                    </a:extLst>
                  </p:cNvPr>
                  <p:cNvSpPr>
                    <a:spLocks noChangeAspect="1"/>
                  </p:cNvSpPr>
                  <p:nvPr/>
                </p:nvSpPr>
                <p:spPr>
                  <a:xfrm>
                    <a:off x="2843089" y="2951203"/>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34" name="グループ化 1833">
                  <a:extLst>
                    <a:ext uri="{FF2B5EF4-FFF2-40B4-BE49-F238E27FC236}">
                      <a16:creationId xmlns:a16="http://schemas.microsoft.com/office/drawing/2014/main" id="{0B4AB572-D920-2914-371A-31BE6B04C708}"/>
                    </a:ext>
                  </a:extLst>
                </p:cNvPr>
                <p:cNvGrpSpPr/>
                <p:nvPr/>
              </p:nvGrpSpPr>
              <p:grpSpPr>
                <a:xfrm>
                  <a:off x="2717949" y="3006457"/>
                  <a:ext cx="386163" cy="217860"/>
                  <a:chOff x="2717949" y="3006457"/>
                  <a:chExt cx="386163" cy="217860"/>
                </a:xfrm>
              </p:grpSpPr>
              <p:cxnSp>
                <p:nvCxnSpPr>
                  <p:cNvPr id="1790" name="コネクタ: カギ線 1789">
                    <a:extLst>
                      <a:ext uri="{FF2B5EF4-FFF2-40B4-BE49-F238E27FC236}">
                        <a16:creationId xmlns:a16="http://schemas.microsoft.com/office/drawing/2014/main" id="{C67E2F90-3F68-78C7-73B8-7013E144F931}"/>
                      </a:ext>
                    </a:extLst>
                  </p:cNvPr>
                  <p:cNvCxnSpPr>
                    <a:cxnSpLocks/>
                  </p:cNvCxnSpPr>
                  <p:nvPr/>
                </p:nvCxnSpPr>
                <p:spPr>
                  <a:xfrm>
                    <a:off x="2729870" y="3024977"/>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11" name="楕円 1810">
                    <a:extLst>
                      <a:ext uri="{FF2B5EF4-FFF2-40B4-BE49-F238E27FC236}">
                        <a16:creationId xmlns:a16="http://schemas.microsoft.com/office/drawing/2014/main" id="{AE69FFB0-AE66-B181-D34D-9DC9F424BF4A}"/>
                      </a:ext>
                    </a:extLst>
                  </p:cNvPr>
                  <p:cNvSpPr>
                    <a:spLocks noChangeAspect="1"/>
                  </p:cNvSpPr>
                  <p:nvPr/>
                </p:nvSpPr>
                <p:spPr>
                  <a:xfrm>
                    <a:off x="2717949" y="3006457"/>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12" name="楕円 1811">
                    <a:extLst>
                      <a:ext uri="{FF2B5EF4-FFF2-40B4-BE49-F238E27FC236}">
                        <a16:creationId xmlns:a16="http://schemas.microsoft.com/office/drawing/2014/main" id="{D5250840-CBD5-569B-9B8E-45FDAFCA88DE}"/>
                      </a:ext>
                    </a:extLst>
                  </p:cNvPr>
                  <p:cNvSpPr>
                    <a:spLocks noChangeAspect="1"/>
                  </p:cNvSpPr>
                  <p:nvPr/>
                </p:nvSpPr>
                <p:spPr>
                  <a:xfrm>
                    <a:off x="3068112" y="3188317"/>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37" name="グループ化 1836">
                  <a:extLst>
                    <a:ext uri="{FF2B5EF4-FFF2-40B4-BE49-F238E27FC236}">
                      <a16:creationId xmlns:a16="http://schemas.microsoft.com/office/drawing/2014/main" id="{BC28204E-4E96-021B-EADF-3DD55656F0E3}"/>
                    </a:ext>
                  </a:extLst>
                </p:cNvPr>
                <p:cNvGrpSpPr/>
                <p:nvPr/>
              </p:nvGrpSpPr>
              <p:grpSpPr>
                <a:xfrm>
                  <a:off x="2918955" y="2459958"/>
                  <a:ext cx="214616" cy="381429"/>
                  <a:chOff x="2918955" y="2459958"/>
                  <a:chExt cx="214616" cy="381429"/>
                </a:xfrm>
              </p:grpSpPr>
              <p:cxnSp>
                <p:nvCxnSpPr>
                  <p:cNvPr id="1797" name="コネクタ: カギ線 1796">
                    <a:extLst>
                      <a:ext uri="{FF2B5EF4-FFF2-40B4-BE49-F238E27FC236}">
                        <a16:creationId xmlns:a16="http://schemas.microsoft.com/office/drawing/2014/main" id="{A03FFB0A-CCBA-00F4-BE69-EAE3BE40298A}"/>
                      </a:ext>
                    </a:extLst>
                  </p:cNvPr>
                  <p:cNvCxnSpPr>
                    <a:cxnSpLocks/>
                  </p:cNvCxnSpPr>
                  <p:nvPr/>
                </p:nvCxnSpPr>
                <p:spPr>
                  <a:xfrm rot="5400000">
                    <a:off x="2846327" y="2561865"/>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15" name="楕円 1814">
                    <a:extLst>
                      <a:ext uri="{FF2B5EF4-FFF2-40B4-BE49-F238E27FC236}">
                        <a16:creationId xmlns:a16="http://schemas.microsoft.com/office/drawing/2014/main" id="{EC757482-6744-24D6-C71A-9BE1D78218A6}"/>
                      </a:ext>
                    </a:extLst>
                  </p:cNvPr>
                  <p:cNvSpPr>
                    <a:spLocks noChangeAspect="1"/>
                  </p:cNvSpPr>
                  <p:nvPr/>
                </p:nvSpPr>
                <p:spPr>
                  <a:xfrm>
                    <a:off x="2918955" y="2805387"/>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16" name="楕円 1815">
                    <a:extLst>
                      <a:ext uri="{FF2B5EF4-FFF2-40B4-BE49-F238E27FC236}">
                        <a16:creationId xmlns:a16="http://schemas.microsoft.com/office/drawing/2014/main" id="{8A1333F5-C7AA-6FE8-94A3-7ADD570C1FB4}"/>
                      </a:ext>
                    </a:extLst>
                  </p:cNvPr>
                  <p:cNvSpPr>
                    <a:spLocks noChangeAspect="1"/>
                  </p:cNvSpPr>
                  <p:nvPr/>
                </p:nvSpPr>
                <p:spPr>
                  <a:xfrm>
                    <a:off x="3097571" y="2459958"/>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36" name="グループ化 1835">
                  <a:extLst>
                    <a:ext uri="{FF2B5EF4-FFF2-40B4-BE49-F238E27FC236}">
                      <a16:creationId xmlns:a16="http://schemas.microsoft.com/office/drawing/2014/main" id="{F81F5B8B-6E20-9293-1067-68C87DCCF17B}"/>
                    </a:ext>
                  </a:extLst>
                </p:cNvPr>
                <p:cNvGrpSpPr/>
                <p:nvPr/>
              </p:nvGrpSpPr>
              <p:grpSpPr>
                <a:xfrm>
                  <a:off x="2679531" y="2547672"/>
                  <a:ext cx="560294" cy="381514"/>
                  <a:chOff x="2679531" y="2547672"/>
                  <a:chExt cx="560294" cy="381514"/>
                </a:xfrm>
              </p:grpSpPr>
              <p:cxnSp>
                <p:nvCxnSpPr>
                  <p:cNvPr id="1782" name="コネクタ: カギ線 1781">
                    <a:extLst>
                      <a:ext uri="{FF2B5EF4-FFF2-40B4-BE49-F238E27FC236}">
                        <a16:creationId xmlns:a16="http://schemas.microsoft.com/office/drawing/2014/main" id="{16234A24-758E-796E-95CD-94C8AB431A3F}"/>
                      </a:ext>
                    </a:extLst>
                  </p:cNvPr>
                  <p:cNvCxnSpPr>
                    <a:cxnSpLocks/>
                  </p:cNvCxnSpPr>
                  <p:nvPr/>
                </p:nvCxnSpPr>
                <p:spPr>
                  <a:xfrm rot="5400000">
                    <a:off x="2952516" y="2659186"/>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cxnSp>
                <p:nvCxnSpPr>
                  <p:cNvPr id="1783" name="コネクタ: カギ線 1782">
                    <a:extLst>
                      <a:ext uri="{FF2B5EF4-FFF2-40B4-BE49-F238E27FC236}">
                        <a16:creationId xmlns:a16="http://schemas.microsoft.com/office/drawing/2014/main" id="{F8022671-2C63-783B-91C1-EE265A386E74}"/>
                      </a:ext>
                    </a:extLst>
                  </p:cNvPr>
                  <p:cNvCxnSpPr>
                    <a:cxnSpLocks/>
                  </p:cNvCxnSpPr>
                  <p:nvPr/>
                </p:nvCxnSpPr>
                <p:spPr>
                  <a:xfrm>
                    <a:off x="2688051" y="2741727"/>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03" name="楕円 1802">
                    <a:extLst>
                      <a:ext uri="{FF2B5EF4-FFF2-40B4-BE49-F238E27FC236}">
                        <a16:creationId xmlns:a16="http://schemas.microsoft.com/office/drawing/2014/main" id="{67CEE045-855A-4F9B-ECB3-E1502C0DA0E5}"/>
                      </a:ext>
                    </a:extLst>
                  </p:cNvPr>
                  <p:cNvSpPr>
                    <a:spLocks noChangeAspect="1"/>
                  </p:cNvSpPr>
                  <p:nvPr/>
                </p:nvSpPr>
                <p:spPr>
                  <a:xfrm>
                    <a:off x="2679531" y="2724655"/>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17" name="楕円 1816">
                    <a:extLst>
                      <a:ext uri="{FF2B5EF4-FFF2-40B4-BE49-F238E27FC236}">
                        <a16:creationId xmlns:a16="http://schemas.microsoft.com/office/drawing/2014/main" id="{0222256C-B353-DD0D-F534-746D07481B47}"/>
                      </a:ext>
                    </a:extLst>
                  </p:cNvPr>
                  <p:cNvSpPr>
                    <a:spLocks noChangeAspect="1"/>
                  </p:cNvSpPr>
                  <p:nvPr/>
                </p:nvSpPr>
                <p:spPr>
                  <a:xfrm>
                    <a:off x="3203825" y="2547672"/>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28" name="グループ化 1827">
                  <a:extLst>
                    <a:ext uri="{FF2B5EF4-FFF2-40B4-BE49-F238E27FC236}">
                      <a16:creationId xmlns:a16="http://schemas.microsoft.com/office/drawing/2014/main" id="{0996B17D-EAD1-2A4D-A9EF-6BECDD43CF36}"/>
                    </a:ext>
                  </a:extLst>
                </p:cNvPr>
                <p:cNvGrpSpPr/>
                <p:nvPr/>
              </p:nvGrpSpPr>
              <p:grpSpPr>
                <a:xfrm>
                  <a:off x="2556695" y="3263799"/>
                  <a:ext cx="378012" cy="212217"/>
                  <a:chOff x="2556695" y="3263799"/>
                  <a:chExt cx="378012" cy="212217"/>
                </a:xfrm>
              </p:grpSpPr>
              <p:cxnSp>
                <p:nvCxnSpPr>
                  <p:cNvPr id="1787" name="コネクタ: カギ線 1786">
                    <a:extLst>
                      <a:ext uri="{FF2B5EF4-FFF2-40B4-BE49-F238E27FC236}">
                        <a16:creationId xmlns:a16="http://schemas.microsoft.com/office/drawing/2014/main" id="{61DBC523-E843-F38A-D79E-325841BF3587}"/>
                      </a:ext>
                    </a:extLst>
                  </p:cNvPr>
                  <p:cNvCxnSpPr>
                    <a:cxnSpLocks/>
                  </p:cNvCxnSpPr>
                  <p:nvPr/>
                </p:nvCxnSpPr>
                <p:spPr>
                  <a:xfrm>
                    <a:off x="2556705" y="3279474"/>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19" name="楕円 1818">
                    <a:extLst>
                      <a:ext uri="{FF2B5EF4-FFF2-40B4-BE49-F238E27FC236}">
                        <a16:creationId xmlns:a16="http://schemas.microsoft.com/office/drawing/2014/main" id="{C219BF04-D5B4-D2E7-1E09-453649D062A9}"/>
                      </a:ext>
                    </a:extLst>
                  </p:cNvPr>
                  <p:cNvSpPr>
                    <a:spLocks noChangeAspect="1"/>
                  </p:cNvSpPr>
                  <p:nvPr/>
                </p:nvSpPr>
                <p:spPr>
                  <a:xfrm>
                    <a:off x="2898707" y="3440016"/>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20" name="楕円 1819">
                    <a:extLst>
                      <a:ext uri="{FF2B5EF4-FFF2-40B4-BE49-F238E27FC236}">
                        <a16:creationId xmlns:a16="http://schemas.microsoft.com/office/drawing/2014/main" id="{52833B50-2AB0-3F97-F7BD-E471540044AA}"/>
                      </a:ext>
                    </a:extLst>
                  </p:cNvPr>
                  <p:cNvSpPr>
                    <a:spLocks noChangeAspect="1"/>
                  </p:cNvSpPr>
                  <p:nvPr/>
                </p:nvSpPr>
                <p:spPr>
                  <a:xfrm>
                    <a:off x="2556695" y="3263799"/>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38" name="グループ化 1837">
                  <a:extLst>
                    <a:ext uri="{FF2B5EF4-FFF2-40B4-BE49-F238E27FC236}">
                      <a16:creationId xmlns:a16="http://schemas.microsoft.com/office/drawing/2014/main" id="{767ED811-6C64-62CA-7534-CDDEB6B198BC}"/>
                    </a:ext>
                  </a:extLst>
                </p:cNvPr>
                <p:cNvGrpSpPr/>
                <p:nvPr/>
              </p:nvGrpSpPr>
              <p:grpSpPr>
                <a:xfrm>
                  <a:off x="2252503" y="3290339"/>
                  <a:ext cx="394771" cy="214135"/>
                  <a:chOff x="2252503" y="3290339"/>
                  <a:chExt cx="394771" cy="214135"/>
                </a:xfrm>
              </p:grpSpPr>
              <p:cxnSp>
                <p:nvCxnSpPr>
                  <p:cNvPr id="1780" name="コネクタ: カギ線 1779">
                    <a:extLst>
                      <a:ext uri="{FF2B5EF4-FFF2-40B4-BE49-F238E27FC236}">
                        <a16:creationId xmlns:a16="http://schemas.microsoft.com/office/drawing/2014/main" id="{101EEBE2-7D91-D764-E651-BAAD1740466E}"/>
                      </a:ext>
                    </a:extLst>
                  </p:cNvPr>
                  <p:cNvCxnSpPr>
                    <a:cxnSpLocks/>
                  </p:cNvCxnSpPr>
                  <p:nvPr/>
                </p:nvCxnSpPr>
                <p:spPr>
                  <a:xfrm>
                    <a:off x="2270705" y="3307186"/>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07" name="楕円 1806">
                    <a:extLst>
                      <a:ext uri="{FF2B5EF4-FFF2-40B4-BE49-F238E27FC236}">
                        <a16:creationId xmlns:a16="http://schemas.microsoft.com/office/drawing/2014/main" id="{78F0BAFE-F592-95D5-DADC-DD0D25B505FA}"/>
                      </a:ext>
                    </a:extLst>
                  </p:cNvPr>
                  <p:cNvSpPr>
                    <a:spLocks noChangeAspect="1"/>
                  </p:cNvSpPr>
                  <p:nvPr/>
                </p:nvSpPr>
                <p:spPr>
                  <a:xfrm>
                    <a:off x="2252503" y="3290339"/>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18" name="楕円 1817">
                    <a:extLst>
                      <a:ext uri="{FF2B5EF4-FFF2-40B4-BE49-F238E27FC236}">
                        <a16:creationId xmlns:a16="http://schemas.microsoft.com/office/drawing/2014/main" id="{48B3A520-D851-C42B-326D-8F0A8C553765}"/>
                      </a:ext>
                    </a:extLst>
                  </p:cNvPr>
                  <p:cNvSpPr>
                    <a:spLocks noChangeAspect="1"/>
                  </p:cNvSpPr>
                  <p:nvPr/>
                </p:nvSpPr>
                <p:spPr>
                  <a:xfrm>
                    <a:off x="2611274" y="3468474"/>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29" name="グループ化 1828">
                  <a:extLst>
                    <a:ext uri="{FF2B5EF4-FFF2-40B4-BE49-F238E27FC236}">
                      <a16:creationId xmlns:a16="http://schemas.microsoft.com/office/drawing/2014/main" id="{A9702FD6-AE9F-F9F9-53E0-8378674A65C9}"/>
                    </a:ext>
                  </a:extLst>
                </p:cNvPr>
                <p:cNvGrpSpPr/>
                <p:nvPr/>
              </p:nvGrpSpPr>
              <p:grpSpPr>
                <a:xfrm>
                  <a:off x="2489204" y="3190829"/>
                  <a:ext cx="211493" cy="382891"/>
                  <a:chOff x="2489204" y="3190829"/>
                  <a:chExt cx="211493" cy="382891"/>
                </a:xfrm>
              </p:grpSpPr>
              <p:cxnSp>
                <p:nvCxnSpPr>
                  <p:cNvPr id="1785" name="コネクタ: カギ線 1784">
                    <a:extLst>
                      <a:ext uri="{FF2B5EF4-FFF2-40B4-BE49-F238E27FC236}">
                        <a16:creationId xmlns:a16="http://schemas.microsoft.com/office/drawing/2014/main" id="{44A652F3-F95F-C5DF-9C40-3230D935043F}"/>
                      </a:ext>
                    </a:extLst>
                  </p:cNvPr>
                  <p:cNvCxnSpPr>
                    <a:cxnSpLocks/>
                  </p:cNvCxnSpPr>
                  <p:nvPr/>
                </p:nvCxnSpPr>
                <p:spPr>
                  <a:xfrm rot="16200000" flipH="1">
                    <a:off x="2412695" y="3295449"/>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08" name="楕円 1807">
                    <a:extLst>
                      <a:ext uri="{FF2B5EF4-FFF2-40B4-BE49-F238E27FC236}">
                        <a16:creationId xmlns:a16="http://schemas.microsoft.com/office/drawing/2014/main" id="{97FB8B89-F84D-973C-0C12-5139A7B4072B}"/>
                      </a:ext>
                    </a:extLst>
                  </p:cNvPr>
                  <p:cNvSpPr>
                    <a:spLocks noChangeAspect="1"/>
                  </p:cNvSpPr>
                  <p:nvPr/>
                </p:nvSpPr>
                <p:spPr>
                  <a:xfrm>
                    <a:off x="2489204" y="3190829"/>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21" name="楕円 1820">
                    <a:extLst>
                      <a:ext uri="{FF2B5EF4-FFF2-40B4-BE49-F238E27FC236}">
                        <a16:creationId xmlns:a16="http://schemas.microsoft.com/office/drawing/2014/main" id="{5049EAD7-BD74-10C9-E6AE-7E5043C5B75A}"/>
                      </a:ext>
                    </a:extLst>
                  </p:cNvPr>
                  <p:cNvSpPr>
                    <a:spLocks noChangeAspect="1"/>
                  </p:cNvSpPr>
                  <p:nvPr/>
                </p:nvSpPr>
                <p:spPr>
                  <a:xfrm>
                    <a:off x="2664697" y="3537720"/>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26" name="グループ化 1825">
                  <a:extLst>
                    <a:ext uri="{FF2B5EF4-FFF2-40B4-BE49-F238E27FC236}">
                      <a16:creationId xmlns:a16="http://schemas.microsoft.com/office/drawing/2014/main" id="{CEAFB1A2-B512-34A1-6D1C-D4DF8C4D3E47}"/>
                    </a:ext>
                  </a:extLst>
                </p:cNvPr>
                <p:cNvGrpSpPr/>
                <p:nvPr/>
              </p:nvGrpSpPr>
              <p:grpSpPr>
                <a:xfrm>
                  <a:off x="2881072" y="3320318"/>
                  <a:ext cx="387311" cy="217020"/>
                  <a:chOff x="2881072" y="3320318"/>
                  <a:chExt cx="387311" cy="217020"/>
                </a:xfrm>
              </p:grpSpPr>
              <p:cxnSp>
                <p:nvCxnSpPr>
                  <p:cNvPr id="1792" name="コネクタ: カギ線 1791">
                    <a:extLst>
                      <a:ext uri="{FF2B5EF4-FFF2-40B4-BE49-F238E27FC236}">
                        <a16:creationId xmlns:a16="http://schemas.microsoft.com/office/drawing/2014/main" id="{469D18AF-F658-4651-4842-2E210A67E08D}"/>
                      </a:ext>
                    </a:extLst>
                  </p:cNvPr>
                  <p:cNvCxnSpPr>
                    <a:cxnSpLocks/>
                  </p:cNvCxnSpPr>
                  <p:nvPr/>
                </p:nvCxnSpPr>
                <p:spPr>
                  <a:xfrm flipH="1">
                    <a:off x="2893213" y="3339337"/>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22" name="楕円 1821">
                    <a:extLst>
                      <a:ext uri="{FF2B5EF4-FFF2-40B4-BE49-F238E27FC236}">
                        <a16:creationId xmlns:a16="http://schemas.microsoft.com/office/drawing/2014/main" id="{96B3D53A-FF04-E0EB-31CF-40F9AA9EA283}"/>
                      </a:ext>
                    </a:extLst>
                  </p:cNvPr>
                  <p:cNvSpPr>
                    <a:spLocks noChangeAspect="1"/>
                  </p:cNvSpPr>
                  <p:nvPr/>
                </p:nvSpPr>
                <p:spPr>
                  <a:xfrm>
                    <a:off x="2881072" y="3501338"/>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23" name="楕円 1822">
                    <a:extLst>
                      <a:ext uri="{FF2B5EF4-FFF2-40B4-BE49-F238E27FC236}">
                        <a16:creationId xmlns:a16="http://schemas.microsoft.com/office/drawing/2014/main" id="{D3DFE64F-F015-9016-39C5-8033BA537714}"/>
                      </a:ext>
                    </a:extLst>
                  </p:cNvPr>
                  <p:cNvSpPr>
                    <a:spLocks noChangeAspect="1"/>
                  </p:cNvSpPr>
                  <p:nvPr/>
                </p:nvSpPr>
                <p:spPr>
                  <a:xfrm>
                    <a:off x="3232383" y="3320318"/>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27" name="グループ化 1826">
                  <a:extLst>
                    <a:ext uri="{FF2B5EF4-FFF2-40B4-BE49-F238E27FC236}">
                      <a16:creationId xmlns:a16="http://schemas.microsoft.com/office/drawing/2014/main" id="{A577215C-EA85-D280-89B5-F3F50B01E3BB}"/>
                    </a:ext>
                  </a:extLst>
                </p:cNvPr>
                <p:cNvGrpSpPr/>
                <p:nvPr/>
              </p:nvGrpSpPr>
              <p:grpSpPr>
                <a:xfrm>
                  <a:off x="2947430" y="3064508"/>
                  <a:ext cx="216345" cy="382936"/>
                  <a:chOff x="2947430" y="3064508"/>
                  <a:chExt cx="216345" cy="382936"/>
                </a:xfrm>
              </p:grpSpPr>
              <p:cxnSp>
                <p:nvCxnSpPr>
                  <p:cNvPr id="1789" name="コネクタ: カギ線 1788">
                    <a:extLst>
                      <a:ext uri="{FF2B5EF4-FFF2-40B4-BE49-F238E27FC236}">
                        <a16:creationId xmlns:a16="http://schemas.microsoft.com/office/drawing/2014/main" id="{40C95133-470F-C8A2-3266-9653E349C75F}"/>
                      </a:ext>
                    </a:extLst>
                  </p:cNvPr>
                  <p:cNvCxnSpPr>
                    <a:cxnSpLocks/>
                  </p:cNvCxnSpPr>
                  <p:nvPr/>
                </p:nvCxnSpPr>
                <p:spPr>
                  <a:xfrm rot="5400000">
                    <a:off x="2872276" y="3170016"/>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14" name="楕円 1813">
                    <a:extLst>
                      <a:ext uri="{FF2B5EF4-FFF2-40B4-BE49-F238E27FC236}">
                        <a16:creationId xmlns:a16="http://schemas.microsoft.com/office/drawing/2014/main" id="{38976EAD-92A1-B7B6-1374-2084046B3CE6}"/>
                      </a:ext>
                    </a:extLst>
                  </p:cNvPr>
                  <p:cNvSpPr>
                    <a:spLocks noChangeAspect="1"/>
                  </p:cNvSpPr>
                  <p:nvPr/>
                </p:nvSpPr>
                <p:spPr>
                  <a:xfrm>
                    <a:off x="3127775" y="3064508"/>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24" name="楕円 1823">
                    <a:extLst>
                      <a:ext uri="{FF2B5EF4-FFF2-40B4-BE49-F238E27FC236}">
                        <a16:creationId xmlns:a16="http://schemas.microsoft.com/office/drawing/2014/main" id="{33F8BADB-B5F2-C3B4-A185-419FC3F62DED}"/>
                      </a:ext>
                    </a:extLst>
                  </p:cNvPr>
                  <p:cNvSpPr>
                    <a:spLocks noChangeAspect="1"/>
                  </p:cNvSpPr>
                  <p:nvPr/>
                </p:nvSpPr>
                <p:spPr>
                  <a:xfrm>
                    <a:off x="2947430" y="3411444"/>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35" name="グループ化 1834">
                  <a:extLst>
                    <a:ext uri="{FF2B5EF4-FFF2-40B4-BE49-F238E27FC236}">
                      <a16:creationId xmlns:a16="http://schemas.microsoft.com/office/drawing/2014/main" id="{EA3C06DC-60F0-94B1-3ABA-3D06C230D340}"/>
                    </a:ext>
                  </a:extLst>
                </p:cNvPr>
                <p:cNvGrpSpPr/>
                <p:nvPr/>
              </p:nvGrpSpPr>
              <p:grpSpPr>
                <a:xfrm>
                  <a:off x="3077497" y="2741872"/>
                  <a:ext cx="215326" cy="399410"/>
                  <a:chOff x="3077497" y="2741872"/>
                  <a:chExt cx="215326" cy="399410"/>
                </a:xfrm>
              </p:grpSpPr>
              <p:cxnSp>
                <p:nvCxnSpPr>
                  <p:cNvPr id="1793" name="コネクタ: カギ線 1792">
                    <a:extLst>
                      <a:ext uri="{FF2B5EF4-FFF2-40B4-BE49-F238E27FC236}">
                        <a16:creationId xmlns:a16="http://schemas.microsoft.com/office/drawing/2014/main" id="{B58F0DB2-8D1E-506F-B35C-C275325D0F73}"/>
                      </a:ext>
                    </a:extLst>
                  </p:cNvPr>
                  <p:cNvCxnSpPr>
                    <a:cxnSpLocks/>
                  </p:cNvCxnSpPr>
                  <p:nvPr/>
                </p:nvCxnSpPr>
                <p:spPr>
                  <a:xfrm rot="5400000">
                    <a:off x="3004821" y="2850245"/>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13" name="楕円 1812">
                    <a:extLst>
                      <a:ext uri="{FF2B5EF4-FFF2-40B4-BE49-F238E27FC236}">
                        <a16:creationId xmlns:a16="http://schemas.microsoft.com/office/drawing/2014/main" id="{68E04F39-5491-3DCC-762D-E4B1F0B1F7D9}"/>
                      </a:ext>
                    </a:extLst>
                  </p:cNvPr>
                  <p:cNvSpPr>
                    <a:spLocks noChangeAspect="1"/>
                  </p:cNvSpPr>
                  <p:nvPr/>
                </p:nvSpPr>
                <p:spPr>
                  <a:xfrm>
                    <a:off x="3077497" y="3105282"/>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25" name="楕円 1824">
                    <a:extLst>
                      <a:ext uri="{FF2B5EF4-FFF2-40B4-BE49-F238E27FC236}">
                        <a16:creationId xmlns:a16="http://schemas.microsoft.com/office/drawing/2014/main" id="{2E930C05-79B7-2791-7B37-6C8FC2C50B2A}"/>
                      </a:ext>
                    </a:extLst>
                  </p:cNvPr>
                  <p:cNvSpPr>
                    <a:spLocks noChangeAspect="1"/>
                  </p:cNvSpPr>
                  <p:nvPr/>
                </p:nvSpPr>
                <p:spPr>
                  <a:xfrm>
                    <a:off x="3256823" y="2741872"/>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grpSp>
      </p:grpSp>
      <p:sp>
        <p:nvSpPr>
          <p:cNvPr id="15" name="テキスト ボックス 14">
            <a:extLst>
              <a:ext uri="{FF2B5EF4-FFF2-40B4-BE49-F238E27FC236}">
                <a16:creationId xmlns:a16="http://schemas.microsoft.com/office/drawing/2014/main" id="{4BA6B54B-1BC9-F5EF-0082-A436E05E386D}"/>
              </a:ext>
            </a:extLst>
          </p:cNvPr>
          <p:cNvSpPr txBox="1">
            <a:spLocks/>
          </p:cNvSpPr>
          <p:nvPr/>
        </p:nvSpPr>
        <p:spPr>
          <a:xfrm>
            <a:off x="6511348" y="252938"/>
            <a:ext cx="3475589" cy="1692771"/>
          </a:xfrm>
          <a:prstGeom prst="rect">
            <a:avLst/>
          </a:prstGeom>
          <a:noFill/>
        </p:spPr>
        <p:txBody>
          <a:bodyPr wrap="square" rtlCol="0">
            <a:spAutoFit/>
          </a:bodyPr>
          <a:lstStyle/>
          <a:p>
            <a:r>
              <a:rPr lang="ja-JP" altLang="en-US" sz="4000" dirty="0">
                <a:solidFill>
                  <a:srgbClr val="17008C"/>
                </a:solidFill>
                <a:latin typeface="ＭＳ ゴシック" panose="020B0609070205080204" pitchFamily="49" charset="-128"/>
                <a:ea typeface="ＭＳ ゴシック" panose="020B0609070205080204" pitchFamily="49" charset="-128"/>
              </a:rPr>
              <a:t>・作図</a:t>
            </a:r>
            <a:endParaRPr lang="en-US" altLang="ja-JP" sz="4000" dirty="0">
              <a:solidFill>
                <a:srgbClr val="17008C"/>
              </a:solidFill>
              <a:latin typeface="ＭＳ ゴシック" panose="020B0609070205080204" pitchFamily="49" charset="-128"/>
              <a:ea typeface="ＭＳ ゴシック" panose="020B0609070205080204" pitchFamily="49" charset="-128"/>
            </a:endParaRPr>
          </a:p>
          <a:p>
            <a:r>
              <a:rPr lang="ja-JP" altLang="en-US" sz="3200" dirty="0">
                <a:solidFill>
                  <a:srgbClr val="4925FF"/>
                </a:solidFill>
                <a:latin typeface="ＭＳ ゴシック" panose="020B0609070205080204" pitchFamily="49" charset="-128"/>
                <a:ea typeface="ＭＳ ゴシック" panose="020B0609070205080204" pitchFamily="49" charset="-128"/>
              </a:rPr>
              <a:t>・ハンダ作業</a:t>
            </a:r>
            <a:endParaRPr lang="en-US" altLang="ja-JP" sz="3200" dirty="0">
              <a:solidFill>
                <a:srgbClr val="4925FF"/>
              </a:solidFill>
              <a:latin typeface="ＭＳ ゴシック" panose="020B0609070205080204" pitchFamily="49" charset="-128"/>
              <a:ea typeface="ＭＳ ゴシック" panose="020B0609070205080204" pitchFamily="49" charset="-128"/>
            </a:endParaRPr>
          </a:p>
          <a:p>
            <a:r>
              <a:rPr lang="ja-JP" altLang="en-US" sz="3200" dirty="0">
                <a:solidFill>
                  <a:srgbClr val="4925FF"/>
                </a:solidFill>
                <a:latin typeface="ＭＳ ゴシック" panose="020B0609070205080204" pitchFamily="49" charset="-128"/>
                <a:ea typeface="ＭＳ ゴシック" panose="020B0609070205080204" pitchFamily="49" charset="-128"/>
              </a:rPr>
              <a:t>・プログラミング</a:t>
            </a:r>
            <a:endParaRPr lang="en-US" altLang="ja-JP" sz="3200" dirty="0">
              <a:solidFill>
                <a:srgbClr val="4925FF"/>
              </a:solidFill>
              <a:latin typeface="ＭＳ ゴシック" panose="020B0609070205080204" pitchFamily="49" charset="-128"/>
              <a:ea typeface="ＭＳ ゴシック" panose="020B0609070205080204" pitchFamily="49" charset="-128"/>
            </a:endParaRPr>
          </a:p>
        </p:txBody>
      </p:sp>
      <p:sp>
        <p:nvSpPr>
          <p:cNvPr id="2" name="テキスト ボックス 1">
            <a:extLst>
              <a:ext uri="{FF2B5EF4-FFF2-40B4-BE49-F238E27FC236}">
                <a16:creationId xmlns:a16="http://schemas.microsoft.com/office/drawing/2014/main" id="{E4892967-8DB2-5411-C0C1-696368C3CFFE}"/>
              </a:ext>
            </a:extLst>
          </p:cNvPr>
          <p:cNvSpPr txBox="1">
            <a:spLocks/>
          </p:cNvSpPr>
          <p:nvPr/>
        </p:nvSpPr>
        <p:spPr>
          <a:xfrm>
            <a:off x="6337323" y="263413"/>
            <a:ext cx="441146" cy="707886"/>
          </a:xfrm>
          <a:prstGeom prst="rect">
            <a:avLst/>
          </a:prstGeom>
          <a:noFill/>
        </p:spPr>
        <p:txBody>
          <a:bodyPr wrap="none" rtlCol="0">
            <a:spAutoFit/>
          </a:bodyPr>
          <a:lstStyle/>
          <a:p>
            <a:r>
              <a:rPr lang="en-US" altLang="ja-JP" sz="4000" dirty="0">
                <a:solidFill>
                  <a:srgbClr val="17008C"/>
                </a:solidFill>
                <a:latin typeface="ＭＳ ゴシック" panose="020B0609070205080204" pitchFamily="49" charset="-128"/>
                <a:ea typeface="ＭＳ ゴシック" panose="020B0609070205080204" pitchFamily="49" charset="-128"/>
              </a:rPr>
              <a:t>&gt;</a:t>
            </a:r>
          </a:p>
        </p:txBody>
      </p:sp>
      <p:pic>
        <p:nvPicPr>
          <p:cNvPr id="10" name="図 9" descr="図形&#10;&#10;AI によって生成されたコンテンツは間違っている可能性があります。">
            <a:extLst>
              <a:ext uri="{FF2B5EF4-FFF2-40B4-BE49-F238E27FC236}">
                <a16:creationId xmlns:a16="http://schemas.microsoft.com/office/drawing/2014/main" id="{84769504-7BBB-C3EE-ECDB-E8D9FB29490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101794" y="2233348"/>
            <a:ext cx="1196984" cy="2492630"/>
          </a:xfrm>
          <a:prstGeom prst="rect">
            <a:avLst/>
          </a:prstGeom>
        </p:spPr>
      </p:pic>
      <p:pic>
        <p:nvPicPr>
          <p:cNvPr id="5" name="図 4" descr="グラフ&#10;&#10;AI によって生成されたコンテンツは間違っている可能性があります。">
            <a:extLst>
              <a:ext uri="{FF2B5EF4-FFF2-40B4-BE49-F238E27FC236}">
                <a16:creationId xmlns:a16="http://schemas.microsoft.com/office/drawing/2014/main" id="{93C235D3-CD83-012D-FF5F-0A6484C51B8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814738" y="3822934"/>
            <a:ext cx="3220500" cy="2384659"/>
          </a:xfrm>
          <a:prstGeom prst="rect">
            <a:avLst/>
          </a:prstGeom>
        </p:spPr>
      </p:pic>
      <p:sp>
        <p:nvSpPr>
          <p:cNvPr id="20" name="テキスト ボックス 19">
            <a:extLst>
              <a:ext uri="{FF2B5EF4-FFF2-40B4-BE49-F238E27FC236}">
                <a16:creationId xmlns:a16="http://schemas.microsoft.com/office/drawing/2014/main" id="{5DC8FEA4-73BD-83C6-9BA7-ED84A6A46D06}"/>
              </a:ext>
            </a:extLst>
          </p:cNvPr>
          <p:cNvSpPr txBox="1">
            <a:spLocks/>
          </p:cNvSpPr>
          <p:nvPr/>
        </p:nvSpPr>
        <p:spPr>
          <a:xfrm>
            <a:off x="3285104" y="2645700"/>
            <a:ext cx="1980029" cy="523220"/>
          </a:xfrm>
          <a:prstGeom prst="rect">
            <a:avLst/>
          </a:prstGeom>
          <a:noFill/>
        </p:spPr>
        <p:txBody>
          <a:bodyPr wrap="none" rtlCol="0">
            <a:spAutoFit/>
          </a:bodyPr>
          <a:lstStyle/>
          <a:p>
            <a:r>
              <a:rPr kumimoji="1" lang="ja-JP" altLang="en-US" sz="2800" dirty="0">
                <a:solidFill>
                  <a:srgbClr val="17008C"/>
                </a:solidFill>
                <a:latin typeface="ＭＳ ゴシック" panose="020B0609070205080204" pitchFamily="49" charset="-128"/>
                <a:ea typeface="ＭＳ ゴシック" panose="020B0609070205080204" pitchFamily="49" charset="-128"/>
              </a:rPr>
              <a:t>実体配線図</a:t>
            </a:r>
          </a:p>
        </p:txBody>
      </p:sp>
      <p:sp>
        <p:nvSpPr>
          <p:cNvPr id="21" name="テキスト ボックス 20">
            <a:extLst>
              <a:ext uri="{FF2B5EF4-FFF2-40B4-BE49-F238E27FC236}">
                <a16:creationId xmlns:a16="http://schemas.microsoft.com/office/drawing/2014/main" id="{63873A9B-B9A0-97FC-4D4F-9EAD96501C88}"/>
              </a:ext>
            </a:extLst>
          </p:cNvPr>
          <p:cNvSpPr txBox="1">
            <a:spLocks/>
          </p:cNvSpPr>
          <p:nvPr/>
        </p:nvSpPr>
        <p:spPr>
          <a:xfrm>
            <a:off x="8957614" y="2683183"/>
            <a:ext cx="1261884" cy="523220"/>
          </a:xfrm>
          <a:prstGeom prst="rect">
            <a:avLst/>
          </a:prstGeom>
          <a:noFill/>
        </p:spPr>
        <p:txBody>
          <a:bodyPr wrap="none" rtlCol="0">
            <a:spAutoFit/>
          </a:bodyPr>
          <a:lstStyle/>
          <a:p>
            <a:r>
              <a:rPr kumimoji="1" lang="ja-JP" altLang="en-US" sz="2800" dirty="0">
                <a:solidFill>
                  <a:srgbClr val="17008C"/>
                </a:solidFill>
                <a:latin typeface="ＭＳ ゴシック" panose="020B0609070205080204" pitchFamily="49" charset="-128"/>
                <a:ea typeface="ＭＳ ゴシック" panose="020B0609070205080204" pitchFamily="49" charset="-128"/>
              </a:rPr>
              <a:t>回路図</a:t>
            </a:r>
          </a:p>
        </p:txBody>
      </p:sp>
      <p:sp>
        <p:nvSpPr>
          <p:cNvPr id="12" name="テキスト ボックス 11">
            <a:extLst>
              <a:ext uri="{FF2B5EF4-FFF2-40B4-BE49-F238E27FC236}">
                <a16:creationId xmlns:a16="http://schemas.microsoft.com/office/drawing/2014/main" id="{7F87B3BD-0A02-7BFC-748C-C0682871ADD8}"/>
              </a:ext>
            </a:extLst>
          </p:cNvPr>
          <p:cNvSpPr txBox="1">
            <a:spLocks/>
          </p:cNvSpPr>
          <p:nvPr/>
        </p:nvSpPr>
        <p:spPr>
          <a:xfrm>
            <a:off x="104775" y="-90011"/>
            <a:ext cx="6186309" cy="646331"/>
          </a:xfrm>
          <a:prstGeom prst="rect">
            <a:avLst/>
          </a:prstGeom>
          <a:noFill/>
        </p:spPr>
        <p:txBody>
          <a:bodyPr wrap="none" rtlCol="0">
            <a:spAutoFit/>
          </a:bodyPr>
          <a:lstStyle/>
          <a:p>
            <a:r>
              <a:rPr lang="ja-JP" altLang="en-US" sz="3600" u="sng" dirty="0">
                <a:solidFill>
                  <a:schemeClr val="bg2"/>
                </a:solidFill>
                <a:latin typeface="ＭＳ ゴシック" panose="020B0609070205080204" pitchFamily="49" charset="-128"/>
                <a:ea typeface="ＭＳ ゴシック" panose="020B0609070205080204" pitchFamily="49" charset="-128"/>
              </a:rPr>
              <a:t>ものづくりコンテストとは？</a:t>
            </a:r>
            <a:endParaRPr kumimoji="1" lang="ja-JP" altLang="en-US" sz="3600" u="sng" dirty="0">
              <a:solidFill>
                <a:schemeClr val="bg2"/>
              </a:solidFill>
              <a:latin typeface="ＭＳ ゴシック" panose="020B0609070205080204" pitchFamily="49" charset="-128"/>
              <a:ea typeface="ＭＳ ゴシック" panose="020B0609070205080204" pitchFamily="49" charset="-128"/>
            </a:endParaRPr>
          </a:p>
        </p:txBody>
      </p:sp>
    </p:spTree>
    <p:extLst>
      <p:ext uri="{BB962C8B-B14F-4D97-AF65-F5344CB8AC3E}">
        <p14:creationId xmlns:p14="http://schemas.microsoft.com/office/powerpoint/2010/main" val="188548763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advTm="15000">
        <p159:morph option="byObject"/>
      </p:transition>
    </mc:Choice>
    <mc:Fallback>
      <p:transition spd="slow" advTm="1500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childTnLst>
                          </p:cTn>
                        </p:par>
                        <p:par>
                          <p:cTn id="11" fill="hold">
                            <p:stCondLst>
                              <p:cond delay="500"/>
                            </p:stCondLst>
                            <p:childTnLst>
                              <p:par>
                                <p:cTn id="12" presetID="10" presetClass="entr" presetSubtype="0" fill="hold" nodeType="afterEffect">
                                  <p:stCondLst>
                                    <p:cond delay="1000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descr="金属, 回路, 記号, ストリート が含まれている画像&#10;&#10;AI によって生成されたコンテンツは間違っている可能性があります。">
            <a:extLst>
              <a:ext uri="{FF2B5EF4-FFF2-40B4-BE49-F238E27FC236}">
                <a16:creationId xmlns:a16="http://schemas.microsoft.com/office/drawing/2014/main" id="{9CBCE6B0-0C9E-CEAB-A52E-789492AF584F}"/>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50000"/>
                    </a14:imgEffect>
                    <a14:imgEffect>
                      <a14:brightnessContrast bright="20000" contrast="10000"/>
                    </a14:imgEffect>
                  </a14:imgLayer>
                </a14:imgProps>
              </a:ext>
              <a:ext uri="{28A0092B-C50C-407E-A947-70E740481C1C}">
                <a14:useLocalDpi xmlns:a14="http://schemas.microsoft.com/office/drawing/2010/main" val="0"/>
              </a:ext>
            </a:extLst>
          </a:blip>
          <a:srcRect t="10919"/>
          <a:stretch/>
        </p:blipFill>
        <p:spPr>
          <a:xfrm>
            <a:off x="2226386" y="3305175"/>
            <a:ext cx="4754524" cy="3457444"/>
          </a:xfrm>
          <a:prstGeom prst="rect">
            <a:avLst/>
          </a:prstGeom>
          <a:scene3d>
            <a:camera prst="orthographicFront">
              <a:rot lat="0" lon="10800000" rev="0"/>
            </a:camera>
            <a:lightRig rig="threePt" dir="t">
              <a:rot lat="0" lon="0" rev="0"/>
            </a:lightRig>
          </a:scene3d>
          <a:sp3d prstMaterial="matte"/>
        </p:spPr>
      </p:pic>
      <p:sp>
        <p:nvSpPr>
          <p:cNvPr id="4" name="直角三角形 3">
            <a:extLst>
              <a:ext uri="{FF2B5EF4-FFF2-40B4-BE49-F238E27FC236}">
                <a16:creationId xmlns:a16="http://schemas.microsoft.com/office/drawing/2014/main" id="{4CA1CB6D-F292-BAC6-BEB2-C47EFF3E7310}"/>
              </a:ext>
            </a:extLst>
          </p:cNvPr>
          <p:cNvSpPr>
            <a:spLocks/>
          </p:cNvSpPr>
          <p:nvPr/>
        </p:nvSpPr>
        <p:spPr>
          <a:xfrm rot="5400000">
            <a:off x="-1573333" y="-1664744"/>
            <a:ext cx="6858000" cy="10204333"/>
          </a:xfrm>
          <a:prstGeom prst="rtTriangle">
            <a:avLst/>
          </a:prstGeom>
          <a:solidFill>
            <a:srgbClr val="FFA700"/>
          </a:solidFill>
          <a:ln>
            <a:solidFill>
              <a:srgbClr val="FFA7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直角三角形 10">
            <a:extLst>
              <a:ext uri="{FF2B5EF4-FFF2-40B4-BE49-F238E27FC236}">
                <a16:creationId xmlns:a16="http://schemas.microsoft.com/office/drawing/2014/main" id="{CA60E49C-80A0-4644-ED7D-3BAA784F54FA}"/>
              </a:ext>
            </a:extLst>
          </p:cNvPr>
          <p:cNvSpPr>
            <a:spLocks/>
          </p:cNvSpPr>
          <p:nvPr/>
        </p:nvSpPr>
        <p:spPr>
          <a:xfrm rot="16200000">
            <a:off x="-14564614" y="-1896485"/>
            <a:ext cx="9658347" cy="7833777"/>
          </a:xfrm>
          <a:prstGeom prst="rtTriangle">
            <a:avLst/>
          </a:prstGeom>
          <a:solidFill>
            <a:schemeClr val="accent4">
              <a:lumMod val="50000"/>
            </a:schemeClr>
          </a:solidFill>
          <a:ln>
            <a:solidFill>
              <a:schemeClr val="accent4">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dirty="0"/>
          </a:p>
        </p:txBody>
      </p:sp>
      <p:sp>
        <p:nvSpPr>
          <p:cNvPr id="18" name="斜め縞 17">
            <a:extLst>
              <a:ext uri="{FF2B5EF4-FFF2-40B4-BE49-F238E27FC236}">
                <a16:creationId xmlns:a16="http://schemas.microsoft.com/office/drawing/2014/main" id="{9E671865-A0E2-61E1-39F6-FACA901E6FA7}"/>
              </a:ext>
            </a:extLst>
          </p:cNvPr>
          <p:cNvSpPr>
            <a:spLocks/>
          </p:cNvSpPr>
          <p:nvPr/>
        </p:nvSpPr>
        <p:spPr>
          <a:xfrm rot="16200000">
            <a:off x="-4432743" y="3495900"/>
            <a:ext cx="3265458" cy="3475588"/>
          </a:xfrm>
          <a:prstGeom prst="diagStripe">
            <a:avLst>
              <a:gd name="adj" fmla="val 69192"/>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624" name="テキスト ボックス 1623">
            <a:extLst>
              <a:ext uri="{FF2B5EF4-FFF2-40B4-BE49-F238E27FC236}">
                <a16:creationId xmlns:a16="http://schemas.microsoft.com/office/drawing/2014/main" id="{F29FC465-0430-FE81-E10A-A39A28EA74DA}"/>
              </a:ext>
            </a:extLst>
          </p:cNvPr>
          <p:cNvSpPr txBox="1"/>
          <p:nvPr/>
        </p:nvSpPr>
        <p:spPr>
          <a:xfrm>
            <a:off x="104775" y="407364"/>
            <a:ext cx="5314275" cy="707886"/>
          </a:xfrm>
          <a:prstGeom prst="rect">
            <a:avLst/>
          </a:prstGeom>
          <a:noFill/>
        </p:spPr>
        <p:txBody>
          <a:bodyPr wrap="none" rtlCol="0">
            <a:spAutoFit/>
          </a:bodyPr>
          <a:lstStyle/>
          <a:p>
            <a:r>
              <a:rPr lang="ja-JP" altLang="en-US" sz="4000" dirty="0">
                <a:solidFill>
                  <a:schemeClr val="bg2"/>
                </a:solidFill>
                <a:latin typeface="ＭＳ ゴシック" panose="020B0609070205080204" pitchFamily="49" charset="-128"/>
                <a:ea typeface="ＭＳ ゴシック" panose="020B0609070205080204" pitchFamily="49" charset="-128"/>
              </a:rPr>
              <a:t>電子回路組み立て部門</a:t>
            </a:r>
            <a:endParaRPr lang="en-US" altLang="ja-JP" sz="4000" dirty="0">
              <a:solidFill>
                <a:schemeClr val="bg2"/>
              </a:solidFill>
              <a:latin typeface="ＭＳ ゴシック" panose="020B0609070205080204" pitchFamily="49" charset="-128"/>
              <a:ea typeface="ＭＳ ゴシック" panose="020B0609070205080204" pitchFamily="49" charset="-128"/>
            </a:endParaRPr>
          </a:p>
        </p:txBody>
      </p:sp>
      <p:grpSp>
        <p:nvGrpSpPr>
          <p:cNvPr id="1845" name="グループ化 1844">
            <a:extLst>
              <a:ext uri="{FF2B5EF4-FFF2-40B4-BE49-F238E27FC236}">
                <a16:creationId xmlns:a16="http://schemas.microsoft.com/office/drawing/2014/main" id="{8DCA2087-91DB-CC5C-4227-CEEB042CF482}"/>
              </a:ext>
            </a:extLst>
          </p:cNvPr>
          <p:cNvGrpSpPr/>
          <p:nvPr/>
        </p:nvGrpSpPr>
        <p:grpSpPr>
          <a:xfrm>
            <a:off x="0" y="1044022"/>
            <a:ext cx="2285451" cy="2651123"/>
            <a:chOff x="1608047" y="1675845"/>
            <a:chExt cx="2285451" cy="2651123"/>
          </a:xfrm>
        </p:grpSpPr>
        <p:sp>
          <p:nvSpPr>
            <p:cNvPr id="1734" name="六角形 1733">
              <a:extLst>
                <a:ext uri="{FF2B5EF4-FFF2-40B4-BE49-F238E27FC236}">
                  <a16:creationId xmlns:a16="http://schemas.microsoft.com/office/drawing/2014/main" id="{2AC04455-52D7-8260-89EB-61F0ED29C1B0}"/>
                </a:ext>
              </a:extLst>
            </p:cNvPr>
            <p:cNvSpPr>
              <a:spLocks noChangeAspect="1"/>
            </p:cNvSpPr>
            <p:nvPr/>
          </p:nvSpPr>
          <p:spPr>
            <a:xfrm rot="5400000">
              <a:off x="1425211" y="1858681"/>
              <a:ext cx="2651123" cy="2285451"/>
            </a:xfrm>
            <a:prstGeom prst="hexagon">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1844" name="グループ化 1843">
              <a:extLst>
                <a:ext uri="{FF2B5EF4-FFF2-40B4-BE49-F238E27FC236}">
                  <a16:creationId xmlns:a16="http://schemas.microsoft.com/office/drawing/2014/main" id="{548725F9-4175-D964-8A3F-1674B4077583}"/>
                </a:ext>
              </a:extLst>
            </p:cNvPr>
            <p:cNvGrpSpPr/>
            <p:nvPr/>
          </p:nvGrpSpPr>
          <p:grpSpPr>
            <a:xfrm>
              <a:off x="2023713" y="2268207"/>
              <a:ext cx="1454118" cy="1454118"/>
              <a:chOff x="2047047" y="2274347"/>
              <a:chExt cx="1454118" cy="1454118"/>
            </a:xfrm>
          </p:grpSpPr>
          <p:grpSp>
            <p:nvGrpSpPr>
              <p:cNvPr id="1842" name="グループ化 1841">
                <a:extLst>
                  <a:ext uri="{FF2B5EF4-FFF2-40B4-BE49-F238E27FC236}">
                    <a16:creationId xmlns:a16="http://schemas.microsoft.com/office/drawing/2014/main" id="{A3E91BED-5A74-1AD4-7E8A-8719780A41D8}"/>
                  </a:ext>
                </a:extLst>
              </p:cNvPr>
              <p:cNvGrpSpPr/>
              <p:nvPr/>
            </p:nvGrpSpPr>
            <p:grpSpPr>
              <a:xfrm>
                <a:off x="2047047" y="2274347"/>
                <a:ext cx="1454118" cy="1454118"/>
                <a:chOff x="2047047" y="2274347"/>
                <a:chExt cx="1454118" cy="1454118"/>
              </a:xfrm>
            </p:grpSpPr>
            <p:sp>
              <p:nvSpPr>
                <p:cNvPr id="1763" name="四角形: 角を丸くする 1762">
                  <a:extLst>
                    <a:ext uri="{FF2B5EF4-FFF2-40B4-BE49-F238E27FC236}">
                      <a16:creationId xmlns:a16="http://schemas.microsoft.com/office/drawing/2014/main" id="{367649CB-AA28-8DB4-0C1C-B9912F63FB07}"/>
                    </a:ext>
                  </a:extLst>
                </p:cNvPr>
                <p:cNvSpPr/>
                <p:nvPr/>
              </p:nvSpPr>
              <p:spPr>
                <a:xfrm>
                  <a:off x="2203555" y="2412146"/>
                  <a:ext cx="1132834" cy="1178519"/>
                </a:xfrm>
                <a:prstGeom prst="round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770" name="グループ化 1769">
                  <a:extLst>
                    <a:ext uri="{FF2B5EF4-FFF2-40B4-BE49-F238E27FC236}">
                      <a16:creationId xmlns:a16="http://schemas.microsoft.com/office/drawing/2014/main" id="{7753584C-906C-C3F7-F2A7-EBD870AA0B63}"/>
                    </a:ext>
                  </a:extLst>
                </p:cNvPr>
                <p:cNvGrpSpPr/>
                <p:nvPr/>
              </p:nvGrpSpPr>
              <p:grpSpPr>
                <a:xfrm>
                  <a:off x="2047047" y="2596827"/>
                  <a:ext cx="1454118" cy="800359"/>
                  <a:chOff x="2035854" y="2612701"/>
                  <a:chExt cx="1454118" cy="800359"/>
                </a:xfrm>
              </p:grpSpPr>
              <p:sp>
                <p:nvSpPr>
                  <p:cNvPr id="1764" name="四角形: 角を丸くする 1763">
                    <a:extLst>
                      <a:ext uri="{FF2B5EF4-FFF2-40B4-BE49-F238E27FC236}">
                        <a16:creationId xmlns:a16="http://schemas.microsoft.com/office/drawing/2014/main" id="{7D402C74-69DD-0C2E-828B-D70764657F06}"/>
                      </a:ext>
                    </a:extLst>
                  </p:cNvPr>
                  <p:cNvSpPr/>
                  <p:nvPr/>
                </p:nvSpPr>
                <p:spPr>
                  <a:xfrm>
                    <a:off x="2035854" y="2612701"/>
                    <a:ext cx="1440000" cy="72000"/>
                  </a:xfrm>
                  <a:prstGeom prst="round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67" name="四角形: 角を丸くする 1766">
                    <a:extLst>
                      <a:ext uri="{FF2B5EF4-FFF2-40B4-BE49-F238E27FC236}">
                        <a16:creationId xmlns:a16="http://schemas.microsoft.com/office/drawing/2014/main" id="{8FD7676A-DD2D-3622-321A-9F436151642C}"/>
                      </a:ext>
                    </a:extLst>
                  </p:cNvPr>
                  <p:cNvSpPr/>
                  <p:nvPr/>
                </p:nvSpPr>
                <p:spPr>
                  <a:xfrm>
                    <a:off x="2049972" y="3341060"/>
                    <a:ext cx="1440000" cy="72000"/>
                  </a:xfrm>
                  <a:prstGeom prst="round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771" name="グループ化 1770">
                  <a:extLst>
                    <a:ext uri="{FF2B5EF4-FFF2-40B4-BE49-F238E27FC236}">
                      <a16:creationId xmlns:a16="http://schemas.microsoft.com/office/drawing/2014/main" id="{F7BDEC0A-235E-B37B-8241-098BB90604C0}"/>
                    </a:ext>
                  </a:extLst>
                </p:cNvPr>
                <p:cNvGrpSpPr/>
                <p:nvPr/>
              </p:nvGrpSpPr>
              <p:grpSpPr>
                <a:xfrm rot="5400000">
                  <a:off x="2039987" y="2601226"/>
                  <a:ext cx="1454118" cy="800359"/>
                  <a:chOff x="2035854" y="2612701"/>
                  <a:chExt cx="1454118" cy="800359"/>
                </a:xfrm>
              </p:grpSpPr>
              <p:sp>
                <p:nvSpPr>
                  <p:cNvPr id="1772" name="四角形: 角を丸くする 1771">
                    <a:extLst>
                      <a:ext uri="{FF2B5EF4-FFF2-40B4-BE49-F238E27FC236}">
                        <a16:creationId xmlns:a16="http://schemas.microsoft.com/office/drawing/2014/main" id="{69B9D0E2-745D-5F58-C48B-740056AA392D}"/>
                      </a:ext>
                    </a:extLst>
                  </p:cNvPr>
                  <p:cNvSpPr/>
                  <p:nvPr/>
                </p:nvSpPr>
                <p:spPr>
                  <a:xfrm>
                    <a:off x="2035854" y="2612701"/>
                    <a:ext cx="1440000" cy="72000"/>
                  </a:xfrm>
                  <a:prstGeom prst="round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73" name="四角形: 角を丸くする 1772">
                    <a:extLst>
                      <a:ext uri="{FF2B5EF4-FFF2-40B4-BE49-F238E27FC236}">
                        <a16:creationId xmlns:a16="http://schemas.microsoft.com/office/drawing/2014/main" id="{526318A8-845B-054A-6CA8-A623E29FEF39}"/>
                      </a:ext>
                    </a:extLst>
                  </p:cNvPr>
                  <p:cNvSpPr/>
                  <p:nvPr/>
                </p:nvSpPr>
                <p:spPr>
                  <a:xfrm>
                    <a:off x="2049972" y="3341060"/>
                    <a:ext cx="1440000" cy="72000"/>
                  </a:xfrm>
                  <a:prstGeom prst="round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1843" name="グループ化 1842">
                <a:extLst>
                  <a:ext uri="{FF2B5EF4-FFF2-40B4-BE49-F238E27FC236}">
                    <a16:creationId xmlns:a16="http://schemas.microsoft.com/office/drawing/2014/main" id="{02DFE0D2-67FA-F174-0B47-5062218D7829}"/>
                  </a:ext>
                </a:extLst>
              </p:cNvPr>
              <p:cNvGrpSpPr/>
              <p:nvPr/>
            </p:nvGrpSpPr>
            <p:grpSpPr>
              <a:xfrm>
                <a:off x="2252503" y="2459958"/>
                <a:ext cx="1040320" cy="1113762"/>
                <a:chOff x="2252503" y="2459958"/>
                <a:chExt cx="1040320" cy="1113762"/>
              </a:xfrm>
            </p:grpSpPr>
            <p:grpSp>
              <p:nvGrpSpPr>
                <p:cNvPr id="1840" name="グループ化 1839">
                  <a:extLst>
                    <a:ext uri="{FF2B5EF4-FFF2-40B4-BE49-F238E27FC236}">
                      <a16:creationId xmlns:a16="http://schemas.microsoft.com/office/drawing/2014/main" id="{AFFD1CBD-4161-8EAF-89D4-4DF9DBA5B63C}"/>
                    </a:ext>
                  </a:extLst>
                </p:cNvPr>
                <p:cNvGrpSpPr/>
                <p:nvPr/>
              </p:nvGrpSpPr>
              <p:grpSpPr>
                <a:xfrm>
                  <a:off x="2379937" y="2469409"/>
                  <a:ext cx="222128" cy="383075"/>
                  <a:chOff x="2379937" y="2469409"/>
                  <a:chExt cx="222128" cy="383075"/>
                </a:xfrm>
              </p:grpSpPr>
              <p:cxnSp>
                <p:nvCxnSpPr>
                  <p:cNvPr id="1775" name="コネクタ: カギ線 1774">
                    <a:extLst>
                      <a:ext uri="{FF2B5EF4-FFF2-40B4-BE49-F238E27FC236}">
                        <a16:creationId xmlns:a16="http://schemas.microsoft.com/office/drawing/2014/main" id="{E261C1D4-ED5E-23C6-38C0-48C4CE17497F}"/>
                      </a:ext>
                    </a:extLst>
                  </p:cNvPr>
                  <p:cNvCxnSpPr>
                    <a:cxnSpLocks/>
                  </p:cNvCxnSpPr>
                  <p:nvPr/>
                </p:nvCxnSpPr>
                <p:spPr>
                  <a:xfrm rot="16200000" flipH="1">
                    <a:off x="2309204" y="2574350"/>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798" name="楕円 1797">
                    <a:extLst>
                      <a:ext uri="{FF2B5EF4-FFF2-40B4-BE49-F238E27FC236}">
                        <a16:creationId xmlns:a16="http://schemas.microsoft.com/office/drawing/2014/main" id="{701BC3F0-9E16-8F15-366B-BD8C0FFF8C08}"/>
                      </a:ext>
                    </a:extLst>
                  </p:cNvPr>
                  <p:cNvSpPr>
                    <a:spLocks noChangeAspect="1"/>
                  </p:cNvSpPr>
                  <p:nvPr/>
                </p:nvSpPr>
                <p:spPr>
                  <a:xfrm>
                    <a:off x="2379937" y="2469409"/>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799" name="楕円 1798">
                    <a:extLst>
                      <a:ext uri="{FF2B5EF4-FFF2-40B4-BE49-F238E27FC236}">
                        <a16:creationId xmlns:a16="http://schemas.microsoft.com/office/drawing/2014/main" id="{F8A908D3-2C34-7501-520A-30A2122700EC}"/>
                      </a:ext>
                    </a:extLst>
                  </p:cNvPr>
                  <p:cNvSpPr>
                    <a:spLocks noChangeAspect="1"/>
                  </p:cNvSpPr>
                  <p:nvPr/>
                </p:nvSpPr>
                <p:spPr>
                  <a:xfrm>
                    <a:off x="2566065" y="2816484"/>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39" name="グループ化 1838">
                  <a:extLst>
                    <a:ext uri="{FF2B5EF4-FFF2-40B4-BE49-F238E27FC236}">
                      <a16:creationId xmlns:a16="http://schemas.microsoft.com/office/drawing/2014/main" id="{F5B61C9C-3349-FF93-35D4-838102B2688E}"/>
                    </a:ext>
                  </a:extLst>
                </p:cNvPr>
                <p:cNvGrpSpPr/>
                <p:nvPr/>
              </p:nvGrpSpPr>
              <p:grpSpPr>
                <a:xfrm>
                  <a:off x="2321591" y="2723872"/>
                  <a:ext cx="216104" cy="387559"/>
                  <a:chOff x="2321591" y="2723872"/>
                  <a:chExt cx="216104" cy="387559"/>
                </a:xfrm>
              </p:grpSpPr>
              <p:cxnSp>
                <p:nvCxnSpPr>
                  <p:cNvPr id="1786" name="コネクタ: カギ線 1785">
                    <a:extLst>
                      <a:ext uri="{FF2B5EF4-FFF2-40B4-BE49-F238E27FC236}">
                        <a16:creationId xmlns:a16="http://schemas.microsoft.com/office/drawing/2014/main" id="{31E185B4-F462-5BB1-7643-301CC664A20D}"/>
                      </a:ext>
                    </a:extLst>
                  </p:cNvPr>
                  <p:cNvCxnSpPr>
                    <a:cxnSpLocks/>
                  </p:cNvCxnSpPr>
                  <p:nvPr/>
                </p:nvCxnSpPr>
                <p:spPr>
                  <a:xfrm rot="5400000">
                    <a:off x="2248970" y="2828287"/>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00" name="楕円 1799">
                    <a:extLst>
                      <a:ext uri="{FF2B5EF4-FFF2-40B4-BE49-F238E27FC236}">
                        <a16:creationId xmlns:a16="http://schemas.microsoft.com/office/drawing/2014/main" id="{29EF5498-925C-1750-8472-4650C7C43399}"/>
                      </a:ext>
                    </a:extLst>
                  </p:cNvPr>
                  <p:cNvSpPr>
                    <a:spLocks noChangeAspect="1"/>
                  </p:cNvSpPr>
                  <p:nvPr/>
                </p:nvSpPr>
                <p:spPr>
                  <a:xfrm>
                    <a:off x="2501695" y="2723872"/>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01" name="楕円 1800">
                    <a:extLst>
                      <a:ext uri="{FF2B5EF4-FFF2-40B4-BE49-F238E27FC236}">
                        <a16:creationId xmlns:a16="http://schemas.microsoft.com/office/drawing/2014/main" id="{7882C51D-1C38-9D21-9E82-307C3CDCE831}"/>
                      </a:ext>
                    </a:extLst>
                  </p:cNvPr>
                  <p:cNvSpPr>
                    <a:spLocks noChangeAspect="1"/>
                  </p:cNvSpPr>
                  <p:nvPr/>
                </p:nvSpPr>
                <p:spPr>
                  <a:xfrm>
                    <a:off x="2321591" y="3075431"/>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41" name="グループ化 1840">
                  <a:extLst>
                    <a:ext uri="{FF2B5EF4-FFF2-40B4-BE49-F238E27FC236}">
                      <a16:creationId xmlns:a16="http://schemas.microsoft.com/office/drawing/2014/main" id="{14EA1111-5078-8A84-9AAB-D8AF7F527348}"/>
                    </a:ext>
                  </a:extLst>
                </p:cNvPr>
                <p:cNvGrpSpPr/>
                <p:nvPr/>
              </p:nvGrpSpPr>
              <p:grpSpPr>
                <a:xfrm>
                  <a:off x="2434856" y="2800275"/>
                  <a:ext cx="381550" cy="214731"/>
                  <a:chOff x="2434856" y="2800275"/>
                  <a:chExt cx="381550" cy="214731"/>
                </a:xfrm>
              </p:grpSpPr>
              <p:cxnSp>
                <p:nvCxnSpPr>
                  <p:cNvPr id="1779" name="コネクタ: カギ線 1778">
                    <a:extLst>
                      <a:ext uri="{FF2B5EF4-FFF2-40B4-BE49-F238E27FC236}">
                        <a16:creationId xmlns:a16="http://schemas.microsoft.com/office/drawing/2014/main" id="{BCED0046-F3B0-B9F0-2824-21BA89B9ACDF}"/>
                      </a:ext>
                    </a:extLst>
                  </p:cNvPr>
                  <p:cNvCxnSpPr>
                    <a:cxnSpLocks/>
                  </p:cNvCxnSpPr>
                  <p:nvPr/>
                </p:nvCxnSpPr>
                <p:spPr>
                  <a:xfrm flipH="1">
                    <a:off x="2447615" y="2817457"/>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02" name="楕円 1801">
                    <a:extLst>
                      <a:ext uri="{FF2B5EF4-FFF2-40B4-BE49-F238E27FC236}">
                        <a16:creationId xmlns:a16="http://schemas.microsoft.com/office/drawing/2014/main" id="{A65AEB9D-EDC8-3148-87F3-694613F3B5BB}"/>
                      </a:ext>
                    </a:extLst>
                  </p:cNvPr>
                  <p:cNvSpPr>
                    <a:spLocks noChangeAspect="1"/>
                  </p:cNvSpPr>
                  <p:nvPr/>
                </p:nvSpPr>
                <p:spPr>
                  <a:xfrm>
                    <a:off x="2780406" y="2800275"/>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04" name="楕円 1803">
                    <a:extLst>
                      <a:ext uri="{FF2B5EF4-FFF2-40B4-BE49-F238E27FC236}">
                        <a16:creationId xmlns:a16="http://schemas.microsoft.com/office/drawing/2014/main" id="{A0C756F1-EA7B-73CD-6755-53410FD11CCF}"/>
                      </a:ext>
                    </a:extLst>
                  </p:cNvPr>
                  <p:cNvSpPr>
                    <a:spLocks noChangeAspect="1"/>
                  </p:cNvSpPr>
                  <p:nvPr/>
                </p:nvSpPr>
                <p:spPr>
                  <a:xfrm>
                    <a:off x="2434856" y="2979006"/>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32" name="グループ化 1831">
                  <a:extLst>
                    <a:ext uri="{FF2B5EF4-FFF2-40B4-BE49-F238E27FC236}">
                      <a16:creationId xmlns:a16="http://schemas.microsoft.com/office/drawing/2014/main" id="{E7DE0998-3937-CCFA-78CE-AA066A1D0390}"/>
                    </a:ext>
                  </a:extLst>
                </p:cNvPr>
                <p:cNvGrpSpPr/>
                <p:nvPr/>
              </p:nvGrpSpPr>
              <p:grpSpPr>
                <a:xfrm>
                  <a:off x="2266453" y="3038520"/>
                  <a:ext cx="386317" cy="211710"/>
                  <a:chOff x="2266453" y="3038520"/>
                  <a:chExt cx="386317" cy="211710"/>
                </a:xfrm>
              </p:grpSpPr>
              <p:cxnSp>
                <p:nvCxnSpPr>
                  <p:cNvPr id="1784" name="コネクタ: カギ線 1783">
                    <a:extLst>
                      <a:ext uri="{FF2B5EF4-FFF2-40B4-BE49-F238E27FC236}">
                        <a16:creationId xmlns:a16="http://schemas.microsoft.com/office/drawing/2014/main" id="{744CAB52-74BA-EC77-4D92-C3914D45D07F}"/>
                      </a:ext>
                    </a:extLst>
                  </p:cNvPr>
                  <p:cNvCxnSpPr>
                    <a:cxnSpLocks/>
                  </p:cNvCxnSpPr>
                  <p:nvPr/>
                </p:nvCxnSpPr>
                <p:spPr>
                  <a:xfrm flipH="1">
                    <a:off x="2275007" y="3056087"/>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05" name="楕円 1804">
                    <a:extLst>
                      <a:ext uri="{FF2B5EF4-FFF2-40B4-BE49-F238E27FC236}">
                        <a16:creationId xmlns:a16="http://schemas.microsoft.com/office/drawing/2014/main" id="{4EB0EBFA-44AB-B2A9-235F-4B7436B6217D}"/>
                      </a:ext>
                    </a:extLst>
                  </p:cNvPr>
                  <p:cNvSpPr>
                    <a:spLocks noChangeAspect="1"/>
                  </p:cNvSpPr>
                  <p:nvPr/>
                </p:nvSpPr>
                <p:spPr>
                  <a:xfrm>
                    <a:off x="2616770" y="3038520"/>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06" name="楕円 1805">
                    <a:extLst>
                      <a:ext uri="{FF2B5EF4-FFF2-40B4-BE49-F238E27FC236}">
                        <a16:creationId xmlns:a16="http://schemas.microsoft.com/office/drawing/2014/main" id="{7E953EAE-65C8-EA21-38F3-00CBEBC54EEA}"/>
                      </a:ext>
                    </a:extLst>
                  </p:cNvPr>
                  <p:cNvSpPr>
                    <a:spLocks noChangeAspect="1"/>
                  </p:cNvSpPr>
                  <p:nvPr/>
                </p:nvSpPr>
                <p:spPr>
                  <a:xfrm>
                    <a:off x="2266453" y="3214230"/>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33" name="グループ化 1832">
                  <a:extLst>
                    <a:ext uri="{FF2B5EF4-FFF2-40B4-BE49-F238E27FC236}">
                      <a16:creationId xmlns:a16="http://schemas.microsoft.com/office/drawing/2014/main" id="{36320280-A693-4E5C-BDB6-07B95B7A9BB0}"/>
                    </a:ext>
                  </a:extLst>
                </p:cNvPr>
                <p:cNvGrpSpPr/>
                <p:nvPr/>
              </p:nvGrpSpPr>
              <p:grpSpPr>
                <a:xfrm>
                  <a:off x="2484438" y="2951203"/>
                  <a:ext cx="394651" cy="213342"/>
                  <a:chOff x="2484438" y="2951203"/>
                  <a:chExt cx="394651" cy="213342"/>
                </a:xfrm>
              </p:grpSpPr>
              <p:cxnSp>
                <p:nvCxnSpPr>
                  <p:cNvPr id="1788" name="コネクタ: カギ線 1787">
                    <a:extLst>
                      <a:ext uri="{FF2B5EF4-FFF2-40B4-BE49-F238E27FC236}">
                        <a16:creationId xmlns:a16="http://schemas.microsoft.com/office/drawing/2014/main" id="{72D31036-D1E1-61C8-5E86-03EDBCD23F08}"/>
                      </a:ext>
                    </a:extLst>
                  </p:cNvPr>
                  <p:cNvCxnSpPr>
                    <a:cxnSpLocks/>
                  </p:cNvCxnSpPr>
                  <p:nvPr/>
                </p:nvCxnSpPr>
                <p:spPr>
                  <a:xfrm flipH="1">
                    <a:off x="2500684" y="2965114"/>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09" name="楕円 1808">
                    <a:extLst>
                      <a:ext uri="{FF2B5EF4-FFF2-40B4-BE49-F238E27FC236}">
                        <a16:creationId xmlns:a16="http://schemas.microsoft.com/office/drawing/2014/main" id="{02223AB8-99A7-6273-3B06-08F5ED625E25}"/>
                      </a:ext>
                    </a:extLst>
                  </p:cNvPr>
                  <p:cNvSpPr>
                    <a:spLocks noChangeAspect="1"/>
                  </p:cNvSpPr>
                  <p:nvPr/>
                </p:nvSpPr>
                <p:spPr>
                  <a:xfrm>
                    <a:off x="2484438" y="3128545"/>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10" name="楕円 1809">
                    <a:extLst>
                      <a:ext uri="{FF2B5EF4-FFF2-40B4-BE49-F238E27FC236}">
                        <a16:creationId xmlns:a16="http://schemas.microsoft.com/office/drawing/2014/main" id="{5DC82022-EFCB-17A1-5B6A-26AC0AA99589}"/>
                      </a:ext>
                    </a:extLst>
                  </p:cNvPr>
                  <p:cNvSpPr>
                    <a:spLocks noChangeAspect="1"/>
                  </p:cNvSpPr>
                  <p:nvPr/>
                </p:nvSpPr>
                <p:spPr>
                  <a:xfrm>
                    <a:off x="2843089" y="2951203"/>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34" name="グループ化 1833">
                  <a:extLst>
                    <a:ext uri="{FF2B5EF4-FFF2-40B4-BE49-F238E27FC236}">
                      <a16:creationId xmlns:a16="http://schemas.microsoft.com/office/drawing/2014/main" id="{0B4AB572-D920-2914-371A-31BE6B04C708}"/>
                    </a:ext>
                  </a:extLst>
                </p:cNvPr>
                <p:cNvGrpSpPr/>
                <p:nvPr/>
              </p:nvGrpSpPr>
              <p:grpSpPr>
                <a:xfrm>
                  <a:off x="2717949" y="3006457"/>
                  <a:ext cx="386163" cy="217860"/>
                  <a:chOff x="2717949" y="3006457"/>
                  <a:chExt cx="386163" cy="217860"/>
                </a:xfrm>
              </p:grpSpPr>
              <p:cxnSp>
                <p:nvCxnSpPr>
                  <p:cNvPr id="1790" name="コネクタ: カギ線 1789">
                    <a:extLst>
                      <a:ext uri="{FF2B5EF4-FFF2-40B4-BE49-F238E27FC236}">
                        <a16:creationId xmlns:a16="http://schemas.microsoft.com/office/drawing/2014/main" id="{C67E2F90-3F68-78C7-73B8-7013E144F931}"/>
                      </a:ext>
                    </a:extLst>
                  </p:cNvPr>
                  <p:cNvCxnSpPr>
                    <a:cxnSpLocks/>
                  </p:cNvCxnSpPr>
                  <p:nvPr/>
                </p:nvCxnSpPr>
                <p:spPr>
                  <a:xfrm>
                    <a:off x="2729870" y="3024977"/>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11" name="楕円 1810">
                    <a:extLst>
                      <a:ext uri="{FF2B5EF4-FFF2-40B4-BE49-F238E27FC236}">
                        <a16:creationId xmlns:a16="http://schemas.microsoft.com/office/drawing/2014/main" id="{AE69FFB0-AE66-B181-D34D-9DC9F424BF4A}"/>
                      </a:ext>
                    </a:extLst>
                  </p:cNvPr>
                  <p:cNvSpPr>
                    <a:spLocks noChangeAspect="1"/>
                  </p:cNvSpPr>
                  <p:nvPr/>
                </p:nvSpPr>
                <p:spPr>
                  <a:xfrm>
                    <a:off x="2717949" y="3006457"/>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12" name="楕円 1811">
                    <a:extLst>
                      <a:ext uri="{FF2B5EF4-FFF2-40B4-BE49-F238E27FC236}">
                        <a16:creationId xmlns:a16="http://schemas.microsoft.com/office/drawing/2014/main" id="{D5250840-CBD5-569B-9B8E-45FDAFCA88DE}"/>
                      </a:ext>
                    </a:extLst>
                  </p:cNvPr>
                  <p:cNvSpPr>
                    <a:spLocks noChangeAspect="1"/>
                  </p:cNvSpPr>
                  <p:nvPr/>
                </p:nvSpPr>
                <p:spPr>
                  <a:xfrm>
                    <a:off x="3068112" y="3188317"/>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37" name="グループ化 1836">
                  <a:extLst>
                    <a:ext uri="{FF2B5EF4-FFF2-40B4-BE49-F238E27FC236}">
                      <a16:creationId xmlns:a16="http://schemas.microsoft.com/office/drawing/2014/main" id="{BC28204E-4E96-021B-EADF-3DD55656F0E3}"/>
                    </a:ext>
                  </a:extLst>
                </p:cNvPr>
                <p:cNvGrpSpPr/>
                <p:nvPr/>
              </p:nvGrpSpPr>
              <p:grpSpPr>
                <a:xfrm>
                  <a:off x="2918955" y="2459958"/>
                  <a:ext cx="214616" cy="381429"/>
                  <a:chOff x="2918955" y="2459958"/>
                  <a:chExt cx="214616" cy="381429"/>
                </a:xfrm>
              </p:grpSpPr>
              <p:cxnSp>
                <p:nvCxnSpPr>
                  <p:cNvPr id="1797" name="コネクタ: カギ線 1796">
                    <a:extLst>
                      <a:ext uri="{FF2B5EF4-FFF2-40B4-BE49-F238E27FC236}">
                        <a16:creationId xmlns:a16="http://schemas.microsoft.com/office/drawing/2014/main" id="{A03FFB0A-CCBA-00F4-BE69-EAE3BE40298A}"/>
                      </a:ext>
                    </a:extLst>
                  </p:cNvPr>
                  <p:cNvCxnSpPr>
                    <a:cxnSpLocks/>
                  </p:cNvCxnSpPr>
                  <p:nvPr/>
                </p:nvCxnSpPr>
                <p:spPr>
                  <a:xfrm rot="5400000">
                    <a:off x="2846327" y="2561865"/>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15" name="楕円 1814">
                    <a:extLst>
                      <a:ext uri="{FF2B5EF4-FFF2-40B4-BE49-F238E27FC236}">
                        <a16:creationId xmlns:a16="http://schemas.microsoft.com/office/drawing/2014/main" id="{EC757482-6744-24D6-C71A-9BE1D78218A6}"/>
                      </a:ext>
                    </a:extLst>
                  </p:cNvPr>
                  <p:cNvSpPr>
                    <a:spLocks noChangeAspect="1"/>
                  </p:cNvSpPr>
                  <p:nvPr/>
                </p:nvSpPr>
                <p:spPr>
                  <a:xfrm>
                    <a:off x="2918955" y="2805387"/>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16" name="楕円 1815">
                    <a:extLst>
                      <a:ext uri="{FF2B5EF4-FFF2-40B4-BE49-F238E27FC236}">
                        <a16:creationId xmlns:a16="http://schemas.microsoft.com/office/drawing/2014/main" id="{8A1333F5-C7AA-6FE8-94A3-7ADD570C1FB4}"/>
                      </a:ext>
                    </a:extLst>
                  </p:cNvPr>
                  <p:cNvSpPr>
                    <a:spLocks noChangeAspect="1"/>
                  </p:cNvSpPr>
                  <p:nvPr/>
                </p:nvSpPr>
                <p:spPr>
                  <a:xfrm>
                    <a:off x="3097571" y="2459958"/>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36" name="グループ化 1835">
                  <a:extLst>
                    <a:ext uri="{FF2B5EF4-FFF2-40B4-BE49-F238E27FC236}">
                      <a16:creationId xmlns:a16="http://schemas.microsoft.com/office/drawing/2014/main" id="{F81F5B8B-6E20-9293-1067-68C87DCCF17B}"/>
                    </a:ext>
                  </a:extLst>
                </p:cNvPr>
                <p:cNvGrpSpPr/>
                <p:nvPr/>
              </p:nvGrpSpPr>
              <p:grpSpPr>
                <a:xfrm>
                  <a:off x="2679531" y="2547672"/>
                  <a:ext cx="560294" cy="381514"/>
                  <a:chOff x="2679531" y="2547672"/>
                  <a:chExt cx="560294" cy="381514"/>
                </a:xfrm>
              </p:grpSpPr>
              <p:cxnSp>
                <p:nvCxnSpPr>
                  <p:cNvPr id="1782" name="コネクタ: カギ線 1781">
                    <a:extLst>
                      <a:ext uri="{FF2B5EF4-FFF2-40B4-BE49-F238E27FC236}">
                        <a16:creationId xmlns:a16="http://schemas.microsoft.com/office/drawing/2014/main" id="{16234A24-758E-796E-95CD-94C8AB431A3F}"/>
                      </a:ext>
                    </a:extLst>
                  </p:cNvPr>
                  <p:cNvCxnSpPr>
                    <a:cxnSpLocks/>
                  </p:cNvCxnSpPr>
                  <p:nvPr/>
                </p:nvCxnSpPr>
                <p:spPr>
                  <a:xfrm rot="5400000">
                    <a:off x="2952516" y="2659186"/>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cxnSp>
                <p:nvCxnSpPr>
                  <p:cNvPr id="1783" name="コネクタ: カギ線 1782">
                    <a:extLst>
                      <a:ext uri="{FF2B5EF4-FFF2-40B4-BE49-F238E27FC236}">
                        <a16:creationId xmlns:a16="http://schemas.microsoft.com/office/drawing/2014/main" id="{F8022671-2C63-783B-91C1-EE265A386E74}"/>
                      </a:ext>
                    </a:extLst>
                  </p:cNvPr>
                  <p:cNvCxnSpPr>
                    <a:cxnSpLocks/>
                  </p:cNvCxnSpPr>
                  <p:nvPr/>
                </p:nvCxnSpPr>
                <p:spPr>
                  <a:xfrm>
                    <a:off x="2688051" y="2741727"/>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03" name="楕円 1802">
                    <a:extLst>
                      <a:ext uri="{FF2B5EF4-FFF2-40B4-BE49-F238E27FC236}">
                        <a16:creationId xmlns:a16="http://schemas.microsoft.com/office/drawing/2014/main" id="{67CEE045-855A-4F9B-ECB3-E1502C0DA0E5}"/>
                      </a:ext>
                    </a:extLst>
                  </p:cNvPr>
                  <p:cNvSpPr>
                    <a:spLocks noChangeAspect="1"/>
                  </p:cNvSpPr>
                  <p:nvPr/>
                </p:nvSpPr>
                <p:spPr>
                  <a:xfrm>
                    <a:off x="2679531" y="2724655"/>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17" name="楕円 1816">
                    <a:extLst>
                      <a:ext uri="{FF2B5EF4-FFF2-40B4-BE49-F238E27FC236}">
                        <a16:creationId xmlns:a16="http://schemas.microsoft.com/office/drawing/2014/main" id="{0222256C-B353-DD0D-F534-746D07481B47}"/>
                      </a:ext>
                    </a:extLst>
                  </p:cNvPr>
                  <p:cNvSpPr>
                    <a:spLocks noChangeAspect="1"/>
                  </p:cNvSpPr>
                  <p:nvPr/>
                </p:nvSpPr>
                <p:spPr>
                  <a:xfrm>
                    <a:off x="3203825" y="2547672"/>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28" name="グループ化 1827">
                  <a:extLst>
                    <a:ext uri="{FF2B5EF4-FFF2-40B4-BE49-F238E27FC236}">
                      <a16:creationId xmlns:a16="http://schemas.microsoft.com/office/drawing/2014/main" id="{0996B17D-EAD1-2A4D-A9EF-6BECDD43CF36}"/>
                    </a:ext>
                  </a:extLst>
                </p:cNvPr>
                <p:cNvGrpSpPr/>
                <p:nvPr/>
              </p:nvGrpSpPr>
              <p:grpSpPr>
                <a:xfrm>
                  <a:off x="2556695" y="3263799"/>
                  <a:ext cx="378012" cy="212217"/>
                  <a:chOff x="2556695" y="3263799"/>
                  <a:chExt cx="378012" cy="212217"/>
                </a:xfrm>
              </p:grpSpPr>
              <p:cxnSp>
                <p:nvCxnSpPr>
                  <p:cNvPr id="1787" name="コネクタ: カギ線 1786">
                    <a:extLst>
                      <a:ext uri="{FF2B5EF4-FFF2-40B4-BE49-F238E27FC236}">
                        <a16:creationId xmlns:a16="http://schemas.microsoft.com/office/drawing/2014/main" id="{61DBC523-E843-F38A-D79E-325841BF3587}"/>
                      </a:ext>
                    </a:extLst>
                  </p:cNvPr>
                  <p:cNvCxnSpPr>
                    <a:cxnSpLocks/>
                  </p:cNvCxnSpPr>
                  <p:nvPr/>
                </p:nvCxnSpPr>
                <p:spPr>
                  <a:xfrm>
                    <a:off x="2556705" y="3279474"/>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19" name="楕円 1818">
                    <a:extLst>
                      <a:ext uri="{FF2B5EF4-FFF2-40B4-BE49-F238E27FC236}">
                        <a16:creationId xmlns:a16="http://schemas.microsoft.com/office/drawing/2014/main" id="{C219BF04-D5B4-D2E7-1E09-453649D062A9}"/>
                      </a:ext>
                    </a:extLst>
                  </p:cNvPr>
                  <p:cNvSpPr>
                    <a:spLocks noChangeAspect="1"/>
                  </p:cNvSpPr>
                  <p:nvPr/>
                </p:nvSpPr>
                <p:spPr>
                  <a:xfrm>
                    <a:off x="2898707" y="3440016"/>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20" name="楕円 1819">
                    <a:extLst>
                      <a:ext uri="{FF2B5EF4-FFF2-40B4-BE49-F238E27FC236}">
                        <a16:creationId xmlns:a16="http://schemas.microsoft.com/office/drawing/2014/main" id="{52833B50-2AB0-3F97-F7BD-E471540044AA}"/>
                      </a:ext>
                    </a:extLst>
                  </p:cNvPr>
                  <p:cNvSpPr>
                    <a:spLocks noChangeAspect="1"/>
                  </p:cNvSpPr>
                  <p:nvPr/>
                </p:nvSpPr>
                <p:spPr>
                  <a:xfrm>
                    <a:off x="2556695" y="3263799"/>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38" name="グループ化 1837">
                  <a:extLst>
                    <a:ext uri="{FF2B5EF4-FFF2-40B4-BE49-F238E27FC236}">
                      <a16:creationId xmlns:a16="http://schemas.microsoft.com/office/drawing/2014/main" id="{767ED811-6C64-62CA-7534-CDDEB6B198BC}"/>
                    </a:ext>
                  </a:extLst>
                </p:cNvPr>
                <p:cNvGrpSpPr/>
                <p:nvPr/>
              </p:nvGrpSpPr>
              <p:grpSpPr>
                <a:xfrm>
                  <a:off x="2252503" y="3290339"/>
                  <a:ext cx="394771" cy="214135"/>
                  <a:chOff x="2252503" y="3290339"/>
                  <a:chExt cx="394771" cy="214135"/>
                </a:xfrm>
              </p:grpSpPr>
              <p:cxnSp>
                <p:nvCxnSpPr>
                  <p:cNvPr id="1780" name="コネクタ: カギ線 1779">
                    <a:extLst>
                      <a:ext uri="{FF2B5EF4-FFF2-40B4-BE49-F238E27FC236}">
                        <a16:creationId xmlns:a16="http://schemas.microsoft.com/office/drawing/2014/main" id="{101EEBE2-7D91-D764-E651-BAAD1740466E}"/>
                      </a:ext>
                    </a:extLst>
                  </p:cNvPr>
                  <p:cNvCxnSpPr>
                    <a:cxnSpLocks/>
                  </p:cNvCxnSpPr>
                  <p:nvPr/>
                </p:nvCxnSpPr>
                <p:spPr>
                  <a:xfrm>
                    <a:off x="2270705" y="3307186"/>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07" name="楕円 1806">
                    <a:extLst>
                      <a:ext uri="{FF2B5EF4-FFF2-40B4-BE49-F238E27FC236}">
                        <a16:creationId xmlns:a16="http://schemas.microsoft.com/office/drawing/2014/main" id="{78F0BAFE-F592-95D5-DADC-DD0D25B505FA}"/>
                      </a:ext>
                    </a:extLst>
                  </p:cNvPr>
                  <p:cNvSpPr>
                    <a:spLocks noChangeAspect="1"/>
                  </p:cNvSpPr>
                  <p:nvPr/>
                </p:nvSpPr>
                <p:spPr>
                  <a:xfrm>
                    <a:off x="2252503" y="3290339"/>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18" name="楕円 1817">
                    <a:extLst>
                      <a:ext uri="{FF2B5EF4-FFF2-40B4-BE49-F238E27FC236}">
                        <a16:creationId xmlns:a16="http://schemas.microsoft.com/office/drawing/2014/main" id="{48B3A520-D851-C42B-326D-8F0A8C553765}"/>
                      </a:ext>
                    </a:extLst>
                  </p:cNvPr>
                  <p:cNvSpPr>
                    <a:spLocks noChangeAspect="1"/>
                  </p:cNvSpPr>
                  <p:nvPr/>
                </p:nvSpPr>
                <p:spPr>
                  <a:xfrm>
                    <a:off x="2611274" y="3468474"/>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29" name="グループ化 1828">
                  <a:extLst>
                    <a:ext uri="{FF2B5EF4-FFF2-40B4-BE49-F238E27FC236}">
                      <a16:creationId xmlns:a16="http://schemas.microsoft.com/office/drawing/2014/main" id="{A9702FD6-AE9F-F9F9-53E0-8378674A65C9}"/>
                    </a:ext>
                  </a:extLst>
                </p:cNvPr>
                <p:cNvGrpSpPr/>
                <p:nvPr/>
              </p:nvGrpSpPr>
              <p:grpSpPr>
                <a:xfrm>
                  <a:off x="2489204" y="3190829"/>
                  <a:ext cx="211493" cy="382891"/>
                  <a:chOff x="2489204" y="3190829"/>
                  <a:chExt cx="211493" cy="382891"/>
                </a:xfrm>
              </p:grpSpPr>
              <p:cxnSp>
                <p:nvCxnSpPr>
                  <p:cNvPr id="1785" name="コネクタ: カギ線 1784">
                    <a:extLst>
                      <a:ext uri="{FF2B5EF4-FFF2-40B4-BE49-F238E27FC236}">
                        <a16:creationId xmlns:a16="http://schemas.microsoft.com/office/drawing/2014/main" id="{44A652F3-F95F-C5DF-9C40-3230D935043F}"/>
                      </a:ext>
                    </a:extLst>
                  </p:cNvPr>
                  <p:cNvCxnSpPr>
                    <a:cxnSpLocks/>
                  </p:cNvCxnSpPr>
                  <p:nvPr/>
                </p:nvCxnSpPr>
                <p:spPr>
                  <a:xfrm rot="16200000" flipH="1">
                    <a:off x="2412695" y="3295449"/>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08" name="楕円 1807">
                    <a:extLst>
                      <a:ext uri="{FF2B5EF4-FFF2-40B4-BE49-F238E27FC236}">
                        <a16:creationId xmlns:a16="http://schemas.microsoft.com/office/drawing/2014/main" id="{97FB8B89-F84D-973C-0C12-5139A7B4072B}"/>
                      </a:ext>
                    </a:extLst>
                  </p:cNvPr>
                  <p:cNvSpPr>
                    <a:spLocks noChangeAspect="1"/>
                  </p:cNvSpPr>
                  <p:nvPr/>
                </p:nvSpPr>
                <p:spPr>
                  <a:xfrm>
                    <a:off x="2489204" y="3190829"/>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21" name="楕円 1820">
                    <a:extLst>
                      <a:ext uri="{FF2B5EF4-FFF2-40B4-BE49-F238E27FC236}">
                        <a16:creationId xmlns:a16="http://schemas.microsoft.com/office/drawing/2014/main" id="{5049EAD7-BD74-10C9-E6AE-7E5043C5B75A}"/>
                      </a:ext>
                    </a:extLst>
                  </p:cNvPr>
                  <p:cNvSpPr>
                    <a:spLocks noChangeAspect="1"/>
                  </p:cNvSpPr>
                  <p:nvPr/>
                </p:nvSpPr>
                <p:spPr>
                  <a:xfrm>
                    <a:off x="2664697" y="3537720"/>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26" name="グループ化 1825">
                  <a:extLst>
                    <a:ext uri="{FF2B5EF4-FFF2-40B4-BE49-F238E27FC236}">
                      <a16:creationId xmlns:a16="http://schemas.microsoft.com/office/drawing/2014/main" id="{CEAFB1A2-B512-34A1-6D1C-D4DF8C4D3E47}"/>
                    </a:ext>
                  </a:extLst>
                </p:cNvPr>
                <p:cNvGrpSpPr/>
                <p:nvPr/>
              </p:nvGrpSpPr>
              <p:grpSpPr>
                <a:xfrm>
                  <a:off x="2881072" y="3320318"/>
                  <a:ext cx="387311" cy="217020"/>
                  <a:chOff x="2881072" y="3320318"/>
                  <a:chExt cx="387311" cy="217020"/>
                </a:xfrm>
              </p:grpSpPr>
              <p:cxnSp>
                <p:nvCxnSpPr>
                  <p:cNvPr id="1792" name="コネクタ: カギ線 1791">
                    <a:extLst>
                      <a:ext uri="{FF2B5EF4-FFF2-40B4-BE49-F238E27FC236}">
                        <a16:creationId xmlns:a16="http://schemas.microsoft.com/office/drawing/2014/main" id="{469D18AF-F658-4651-4842-2E210A67E08D}"/>
                      </a:ext>
                    </a:extLst>
                  </p:cNvPr>
                  <p:cNvCxnSpPr>
                    <a:cxnSpLocks/>
                  </p:cNvCxnSpPr>
                  <p:nvPr/>
                </p:nvCxnSpPr>
                <p:spPr>
                  <a:xfrm flipH="1">
                    <a:off x="2893213" y="3339337"/>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22" name="楕円 1821">
                    <a:extLst>
                      <a:ext uri="{FF2B5EF4-FFF2-40B4-BE49-F238E27FC236}">
                        <a16:creationId xmlns:a16="http://schemas.microsoft.com/office/drawing/2014/main" id="{96B3D53A-FF04-E0EB-31CF-40F9AA9EA283}"/>
                      </a:ext>
                    </a:extLst>
                  </p:cNvPr>
                  <p:cNvSpPr>
                    <a:spLocks noChangeAspect="1"/>
                  </p:cNvSpPr>
                  <p:nvPr/>
                </p:nvSpPr>
                <p:spPr>
                  <a:xfrm>
                    <a:off x="2881072" y="3501338"/>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23" name="楕円 1822">
                    <a:extLst>
                      <a:ext uri="{FF2B5EF4-FFF2-40B4-BE49-F238E27FC236}">
                        <a16:creationId xmlns:a16="http://schemas.microsoft.com/office/drawing/2014/main" id="{D3DFE64F-F015-9016-39C5-8033BA537714}"/>
                      </a:ext>
                    </a:extLst>
                  </p:cNvPr>
                  <p:cNvSpPr>
                    <a:spLocks noChangeAspect="1"/>
                  </p:cNvSpPr>
                  <p:nvPr/>
                </p:nvSpPr>
                <p:spPr>
                  <a:xfrm>
                    <a:off x="3232383" y="3320318"/>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27" name="グループ化 1826">
                  <a:extLst>
                    <a:ext uri="{FF2B5EF4-FFF2-40B4-BE49-F238E27FC236}">
                      <a16:creationId xmlns:a16="http://schemas.microsoft.com/office/drawing/2014/main" id="{A577215C-EA85-D280-89B5-F3F50B01E3BB}"/>
                    </a:ext>
                  </a:extLst>
                </p:cNvPr>
                <p:cNvGrpSpPr/>
                <p:nvPr/>
              </p:nvGrpSpPr>
              <p:grpSpPr>
                <a:xfrm>
                  <a:off x="2947430" y="3064508"/>
                  <a:ext cx="216345" cy="382936"/>
                  <a:chOff x="2947430" y="3064508"/>
                  <a:chExt cx="216345" cy="382936"/>
                </a:xfrm>
              </p:grpSpPr>
              <p:cxnSp>
                <p:nvCxnSpPr>
                  <p:cNvPr id="1789" name="コネクタ: カギ線 1788">
                    <a:extLst>
                      <a:ext uri="{FF2B5EF4-FFF2-40B4-BE49-F238E27FC236}">
                        <a16:creationId xmlns:a16="http://schemas.microsoft.com/office/drawing/2014/main" id="{40C95133-470F-C8A2-3266-9653E349C75F}"/>
                      </a:ext>
                    </a:extLst>
                  </p:cNvPr>
                  <p:cNvCxnSpPr>
                    <a:cxnSpLocks/>
                  </p:cNvCxnSpPr>
                  <p:nvPr/>
                </p:nvCxnSpPr>
                <p:spPr>
                  <a:xfrm rot="5400000">
                    <a:off x="2872276" y="3170016"/>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14" name="楕円 1813">
                    <a:extLst>
                      <a:ext uri="{FF2B5EF4-FFF2-40B4-BE49-F238E27FC236}">
                        <a16:creationId xmlns:a16="http://schemas.microsoft.com/office/drawing/2014/main" id="{38976EAD-92A1-B7B6-1374-2084046B3CE6}"/>
                      </a:ext>
                    </a:extLst>
                  </p:cNvPr>
                  <p:cNvSpPr>
                    <a:spLocks noChangeAspect="1"/>
                  </p:cNvSpPr>
                  <p:nvPr/>
                </p:nvSpPr>
                <p:spPr>
                  <a:xfrm>
                    <a:off x="3127775" y="3064508"/>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24" name="楕円 1823">
                    <a:extLst>
                      <a:ext uri="{FF2B5EF4-FFF2-40B4-BE49-F238E27FC236}">
                        <a16:creationId xmlns:a16="http://schemas.microsoft.com/office/drawing/2014/main" id="{33F8BADB-B5F2-C3B4-A185-419FC3F62DED}"/>
                      </a:ext>
                    </a:extLst>
                  </p:cNvPr>
                  <p:cNvSpPr>
                    <a:spLocks noChangeAspect="1"/>
                  </p:cNvSpPr>
                  <p:nvPr/>
                </p:nvSpPr>
                <p:spPr>
                  <a:xfrm>
                    <a:off x="2947430" y="3411444"/>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35" name="グループ化 1834">
                  <a:extLst>
                    <a:ext uri="{FF2B5EF4-FFF2-40B4-BE49-F238E27FC236}">
                      <a16:creationId xmlns:a16="http://schemas.microsoft.com/office/drawing/2014/main" id="{EA3C06DC-60F0-94B1-3ABA-3D06C230D340}"/>
                    </a:ext>
                  </a:extLst>
                </p:cNvPr>
                <p:cNvGrpSpPr/>
                <p:nvPr/>
              </p:nvGrpSpPr>
              <p:grpSpPr>
                <a:xfrm>
                  <a:off x="3077497" y="2741872"/>
                  <a:ext cx="215326" cy="399410"/>
                  <a:chOff x="3077497" y="2741872"/>
                  <a:chExt cx="215326" cy="399410"/>
                </a:xfrm>
              </p:grpSpPr>
              <p:cxnSp>
                <p:nvCxnSpPr>
                  <p:cNvPr id="1793" name="コネクタ: カギ線 1792">
                    <a:extLst>
                      <a:ext uri="{FF2B5EF4-FFF2-40B4-BE49-F238E27FC236}">
                        <a16:creationId xmlns:a16="http://schemas.microsoft.com/office/drawing/2014/main" id="{B58F0DB2-8D1E-506F-B35C-C275325D0F73}"/>
                      </a:ext>
                    </a:extLst>
                  </p:cNvPr>
                  <p:cNvCxnSpPr>
                    <a:cxnSpLocks/>
                  </p:cNvCxnSpPr>
                  <p:nvPr/>
                </p:nvCxnSpPr>
                <p:spPr>
                  <a:xfrm rot="5400000">
                    <a:off x="3004821" y="2850245"/>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13" name="楕円 1812">
                    <a:extLst>
                      <a:ext uri="{FF2B5EF4-FFF2-40B4-BE49-F238E27FC236}">
                        <a16:creationId xmlns:a16="http://schemas.microsoft.com/office/drawing/2014/main" id="{68E04F39-5491-3DCC-762D-E4B1F0B1F7D9}"/>
                      </a:ext>
                    </a:extLst>
                  </p:cNvPr>
                  <p:cNvSpPr>
                    <a:spLocks noChangeAspect="1"/>
                  </p:cNvSpPr>
                  <p:nvPr/>
                </p:nvSpPr>
                <p:spPr>
                  <a:xfrm>
                    <a:off x="3077497" y="3105282"/>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25" name="楕円 1824">
                    <a:extLst>
                      <a:ext uri="{FF2B5EF4-FFF2-40B4-BE49-F238E27FC236}">
                        <a16:creationId xmlns:a16="http://schemas.microsoft.com/office/drawing/2014/main" id="{2E930C05-79B7-2791-7B37-6C8FC2C50B2A}"/>
                      </a:ext>
                    </a:extLst>
                  </p:cNvPr>
                  <p:cNvSpPr>
                    <a:spLocks noChangeAspect="1"/>
                  </p:cNvSpPr>
                  <p:nvPr/>
                </p:nvSpPr>
                <p:spPr>
                  <a:xfrm>
                    <a:off x="3256823" y="2741872"/>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grpSp>
      </p:grpSp>
      <p:sp>
        <p:nvSpPr>
          <p:cNvPr id="15" name="テキスト ボックス 14">
            <a:extLst>
              <a:ext uri="{FF2B5EF4-FFF2-40B4-BE49-F238E27FC236}">
                <a16:creationId xmlns:a16="http://schemas.microsoft.com/office/drawing/2014/main" id="{4BA6B54B-1BC9-F5EF-0082-A436E05E386D}"/>
              </a:ext>
            </a:extLst>
          </p:cNvPr>
          <p:cNvSpPr txBox="1">
            <a:spLocks noGrp="1" noRot="1" noMove="1" noResize="1" noEditPoints="1" noAdjustHandles="1" noChangeArrowheads="1" noChangeShapeType="1"/>
          </p:cNvSpPr>
          <p:nvPr/>
        </p:nvSpPr>
        <p:spPr>
          <a:xfrm>
            <a:off x="6511348" y="252938"/>
            <a:ext cx="3475589" cy="1692771"/>
          </a:xfrm>
          <a:prstGeom prst="rect">
            <a:avLst/>
          </a:prstGeom>
          <a:noFill/>
        </p:spPr>
        <p:txBody>
          <a:bodyPr wrap="square" rtlCol="0">
            <a:spAutoFit/>
          </a:bodyPr>
          <a:lstStyle/>
          <a:p>
            <a:r>
              <a:rPr lang="ja-JP" altLang="en-US" sz="3200" dirty="0">
                <a:solidFill>
                  <a:srgbClr val="4925FF"/>
                </a:solidFill>
                <a:latin typeface="ＭＳ ゴシック" panose="020B0609070205080204" pitchFamily="49" charset="-128"/>
                <a:ea typeface="ＭＳ ゴシック" panose="020B0609070205080204" pitchFamily="49" charset="-128"/>
              </a:rPr>
              <a:t>・作図</a:t>
            </a:r>
            <a:endParaRPr lang="en-US" altLang="ja-JP" sz="3200" dirty="0">
              <a:solidFill>
                <a:srgbClr val="4925FF"/>
              </a:solidFill>
              <a:latin typeface="ＭＳ ゴシック" panose="020B0609070205080204" pitchFamily="49" charset="-128"/>
              <a:ea typeface="ＭＳ ゴシック" panose="020B0609070205080204" pitchFamily="49" charset="-128"/>
            </a:endParaRPr>
          </a:p>
          <a:p>
            <a:r>
              <a:rPr lang="ja-JP" altLang="en-US" sz="4000" dirty="0">
                <a:solidFill>
                  <a:srgbClr val="17008C"/>
                </a:solidFill>
                <a:latin typeface="ＭＳ ゴシック" panose="020B0609070205080204" pitchFamily="49" charset="-128"/>
                <a:ea typeface="ＭＳ ゴシック" panose="020B0609070205080204" pitchFamily="49" charset="-128"/>
              </a:rPr>
              <a:t>・ハンダ作業</a:t>
            </a:r>
            <a:endParaRPr lang="en-US" altLang="ja-JP" sz="4000" dirty="0">
              <a:solidFill>
                <a:srgbClr val="17008C"/>
              </a:solidFill>
              <a:latin typeface="ＭＳ ゴシック" panose="020B0609070205080204" pitchFamily="49" charset="-128"/>
              <a:ea typeface="ＭＳ ゴシック" panose="020B0609070205080204" pitchFamily="49" charset="-128"/>
            </a:endParaRPr>
          </a:p>
          <a:p>
            <a:r>
              <a:rPr lang="ja-JP" altLang="en-US" sz="3200" dirty="0">
                <a:solidFill>
                  <a:srgbClr val="4925FF"/>
                </a:solidFill>
                <a:latin typeface="ＭＳ ゴシック" panose="020B0609070205080204" pitchFamily="49" charset="-128"/>
                <a:ea typeface="ＭＳ ゴシック" panose="020B0609070205080204" pitchFamily="49" charset="-128"/>
              </a:rPr>
              <a:t>・プログラミング</a:t>
            </a:r>
            <a:endParaRPr lang="en-US" altLang="ja-JP" sz="3200" dirty="0">
              <a:solidFill>
                <a:srgbClr val="4925FF"/>
              </a:solidFill>
              <a:latin typeface="ＭＳ ゴシック" panose="020B0609070205080204" pitchFamily="49" charset="-128"/>
              <a:ea typeface="ＭＳ ゴシック" panose="020B0609070205080204" pitchFamily="49" charset="-128"/>
            </a:endParaRPr>
          </a:p>
        </p:txBody>
      </p:sp>
      <p:sp>
        <p:nvSpPr>
          <p:cNvPr id="2" name="テキスト ボックス 1">
            <a:extLst>
              <a:ext uri="{FF2B5EF4-FFF2-40B4-BE49-F238E27FC236}">
                <a16:creationId xmlns:a16="http://schemas.microsoft.com/office/drawing/2014/main" id="{E4892967-8DB2-5411-C0C1-696368C3CFFE}"/>
              </a:ext>
            </a:extLst>
          </p:cNvPr>
          <p:cNvSpPr txBox="1">
            <a:spLocks/>
          </p:cNvSpPr>
          <p:nvPr/>
        </p:nvSpPr>
        <p:spPr>
          <a:xfrm>
            <a:off x="6336000" y="745380"/>
            <a:ext cx="441146" cy="707886"/>
          </a:xfrm>
          <a:prstGeom prst="rect">
            <a:avLst/>
          </a:prstGeom>
          <a:noFill/>
        </p:spPr>
        <p:txBody>
          <a:bodyPr wrap="none" rtlCol="0">
            <a:spAutoFit/>
          </a:bodyPr>
          <a:lstStyle/>
          <a:p>
            <a:r>
              <a:rPr lang="en-US" altLang="ja-JP" sz="4000" dirty="0">
                <a:solidFill>
                  <a:srgbClr val="17008C"/>
                </a:solidFill>
                <a:latin typeface="ＭＳ ゴシック" panose="020B0609070205080204" pitchFamily="49" charset="-128"/>
                <a:ea typeface="ＭＳ ゴシック" panose="020B0609070205080204" pitchFamily="49" charset="-128"/>
              </a:rPr>
              <a:t>&gt;</a:t>
            </a:r>
          </a:p>
        </p:txBody>
      </p:sp>
      <p:sp>
        <p:nvSpPr>
          <p:cNvPr id="13" name="テキスト ボックス 12">
            <a:extLst>
              <a:ext uri="{FF2B5EF4-FFF2-40B4-BE49-F238E27FC236}">
                <a16:creationId xmlns:a16="http://schemas.microsoft.com/office/drawing/2014/main" id="{B4C84E88-697A-1AE5-BBD2-0499BCB67901}"/>
              </a:ext>
            </a:extLst>
          </p:cNvPr>
          <p:cNvSpPr txBox="1">
            <a:spLocks/>
          </p:cNvSpPr>
          <p:nvPr/>
        </p:nvSpPr>
        <p:spPr>
          <a:xfrm>
            <a:off x="3439021" y="2547871"/>
            <a:ext cx="2339102" cy="523220"/>
          </a:xfrm>
          <a:prstGeom prst="rect">
            <a:avLst/>
          </a:prstGeom>
          <a:noFill/>
        </p:spPr>
        <p:txBody>
          <a:bodyPr wrap="none" rtlCol="0">
            <a:spAutoFit/>
          </a:bodyPr>
          <a:lstStyle/>
          <a:p>
            <a:r>
              <a:rPr kumimoji="1" lang="ja-JP" altLang="en-US" sz="2800" dirty="0">
                <a:solidFill>
                  <a:srgbClr val="17008C"/>
                </a:solidFill>
                <a:latin typeface="ＭＳ ゴシック" panose="020B0609070205080204" pitchFamily="49" charset="-128"/>
                <a:ea typeface="ＭＳ ゴシック" panose="020B0609070205080204" pitchFamily="49" charset="-128"/>
              </a:rPr>
              <a:t>ハンダ完成品</a:t>
            </a:r>
          </a:p>
        </p:txBody>
      </p:sp>
      <p:pic>
        <p:nvPicPr>
          <p:cNvPr id="20" name="図 19" descr="ダイアグラム&#10;&#10;AI によって生成されたコンテンツは間違っている可能性があります。">
            <a:extLst>
              <a:ext uri="{FF2B5EF4-FFF2-40B4-BE49-F238E27FC236}">
                <a16:creationId xmlns:a16="http://schemas.microsoft.com/office/drawing/2014/main" id="{E34AEDF3-F826-AFCA-5CDB-60FF0D34081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121146" y="3126972"/>
            <a:ext cx="4709749" cy="3682167"/>
          </a:xfrm>
          <a:prstGeom prst="rect">
            <a:avLst/>
          </a:prstGeom>
        </p:spPr>
      </p:pic>
      <p:pic>
        <p:nvPicPr>
          <p:cNvPr id="21" name="図 20" descr="図形&#10;&#10;AI によって生成されたコンテンツは間違っている可能性があります。">
            <a:extLst>
              <a:ext uri="{FF2B5EF4-FFF2-40B4-BE49-F238E27FC236}">
                <a16:creationId xmlns:a16="http://schemas.microsoft.com/office/drawing/2014/main" id="{E3DDA739-D015-7B27-93FA-45675E5CAFE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166969" y="2214521"/>
            <a:ext cx="1196984" cy="2492630"/>
          </a:xfrm>
          <a:prstGeom prst="rect">
            <a:avLst/>
          </a:prstGeom>
        </p:spPr>
      </p:pic>
      <p:pic>
        <p:nvPicPr>
          <p:cNvPr id="23" name="図 22" descr="グラフ&#10;&#10;AI によって生成されたコンテンツは間違っている可能性があります。">
            <a:extLst>
              <a:ext uri="{FF2B5EF4-FFF2-40B4-BE49-F238E27FC236}">
                <a16:creationId xmlns:a16="http://schemas.microsoft.com/office/drawing/2014/main" id="{F27D2986-2834-A57C-380C-7FE605BD97F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879913" y="3804107"/>
            <a:ext cx="3220500" cy="2384659"/>
          </a:xfrm>
          <a:prstGeom prst="rect">
            <a:avLst/>
          </a:prstGeom>
        </p:spPr>
      </p:pic>
      <p:sp>
        <p:nvSpPr>
          <p:cNvPr id="16" name="テキスト ボックス 15">
            <a:extLst>
              <a:ext uri="{FF2B5EF4-FFF2-40B4-BE49-F238E27FC236}">
                <a16:creationId xmlns:a16="http://schemas.microsoft.com/office/drawing/2014/main" id="{18EF5E78-8F2F-9D6B-8624-1A28FB62ED9C}"/>
              </a:ext>
            </a:extLst>
          </p:cNvPr>
          <p:cNvSpPr txBox="1">
            <a:spLocks/>
          </p:cNvSpPr>
          <p:nvPr/>
        </p:nvSpPr>
        <p:spPr>
          <a:xfrm>
            <a:off x="8350279" y="2626873"/>
            <a:ext cx="1980029" cy="523220"/>
          </a:xfrm>
          <a:prstGeom prst="rect">
            <a:avLst/>
          </a:prstGeom>
          <a:noFill/>
        </p:spPr>
        <p:txBody>
          <a:bodyPr wrap="none" rtlCol="0">
            <a:spAutoFit/>
          </a:bodyPr>
          <a:lstStyle/>
          <a:p>
            <a:r>
              <a:rPr kumimoji="1" lang="ja-JP" altLang="en-US" sz="2800" dirty="0">
                <a:solidFill>
                  <a:srgbClr val="17008C"/>
                </a:solidFill>
                <a:latin typeface="ＭＳ ゴシック" panose="020B0609070205080204" pitchFamily="49" charset="-128"/>
                <a:ea typeface="ＭＳ ゴシック" panose="020B0609070205080204" pitchFamily="49" charset="-128"/>
              </a:rPr>
              <a:t>実体配線図</a:t>
            </a:r>
          </a:p>
        </p:txBody>
      </p:sp>
      <p:sp>
        <p:nvSpPr>
          <p:cNvPr id="7" name="テキスト ボックス 6">
            <a:extLst>
              <a:ext uri="{FF2B5EF4-FFF2-40B4-BE49-F238E27FC236}">
                <a16:creationId xmlns:a16="http://schemas.microsoft.com/office/drawing/2014/main" id="{D04D3457-37C4-39B8-48FD-E29C3C454149}"/>
              </a:ext>
            </a:extLst>
          </p:cNvPr>
          <p:cNvSpPr txBox="1">
            <a:spLocks/>
          </p:cNvSpPr>
          <p:nvPr/>
        </p:nvSpPr>
        <p:spPr>
          <a:xfrm>
            <a:off x="-90309" y="-99706"/>
            <a:ext cx="6186309" cy="646331"/>
          </a:xfrm>
          <a:prstGeom prst="rect">
            <a:avLst/>
          </a:prstGeom>
          <a:noFill/>
        </p:spPr>
        <p:txBody>
          <a:bodyPr wrap="none" rtlCol="0">
            <a:spAutoFit/>
          </a:bodyPr>
          <a:lstStyle/>
          <a:p>
            <a:r>
              <a:rPr lang="ja-JP" altLang="en-US" sz="3600" u="sng" dirty="0">
                <a:solidFill>
                  <a:schemeClr val="bg2"/>
                </a:solidFill>
                <a:latin typeface="ＭＳ ゴシック" panose="020B0609070205080204" pitchFamily="49" charset="-128"/>
                <a:ea typeface="ＭＳ ゴシック" panose="020B0609070205080204" pitchFamily="49" charset="-128"/>
              </a:rPr>
              <a:t>ものづくりコンテストとは？</a:t>
            </a:r>
            <a:endParaRPr kumimoji="1" lang="ja-JP" altLang="en-US" sz="3600" u="sng" dirty="0">
              <a:solidFill>
                <a:schemeClr val="bg2"/>
              </a:solidFill>
              <a:latin typeface="ＭＳ ゴシック" panose="020B0609070205080204" pitchFamily="49" charset="-128"/>
              <a:ea typeface="ＭＳ ゴシック" panose="020B0609070205080204" pitchFamily="49" charset="-128"/>
            </a:endParaRPr>
          </a:p>
        </p:txBody>
      </p:sp>
    </p:spTree>
    <p:extLst>
      <p:ext uri="{BB962C8B-B14F-4D97-AF65-F5344CB8AC3E}">
        <p14:creationId xmlns:p14="http://schemas.microsoft.com/office/powerpoint/2010/main" val="218442945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advTm="20000">
        <p159:morph option="byObject"/>
      </p:transition>
    </mc:Choice>
    <mc:Fallback>
      <p:transition spd="slow" advTm="20000">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直角三角形 3">
            <a:extLst>
              <a:ext uri="{FF2B5EF4-FFF2-40B4-BE49-F238E27FC236}">
                <a16:creationId xmlns:a16="http://schemas.microsoft.com/office/drawing/2014/main" id="{4CA1CB6D-F292-BAC6-BEB2-C47EFF3E7310}"/>
              </a:ext>
            </a:extLst>
          </p:cNvPr>
          <p:cNvSpPr>
            <a:spLocks/>
          </p:cNvSpPr>
          <p:nvPr/>
        </p:nvSpPr>
        <p:spPr>
          <a:xfrm rot="5400000">
            <a:off x="-1573333" y="-1664744"/>
            <a:ext cx="6858000" cy="10204333"/>
          </a:xfrm>
          <a:prstGeom prst="rtTriangle">
            <a:avLst/>
          </a:prstGeom>
          <a:solidFill>
            <a:srgbClr val="FFA700"/>
          </a:solidFill>
          <a:ln>
            <a:solidFill>
              <a:srgbClr val="FFA7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斜め縞 17">
            <a:extLst>
              <a:ext uri="{FF2B5EF4-FFF2-40B4-BE49-F238E27FC236}">
                <a16:creationId xmlns:a16="http://schemas.microsoft.com/office/drawing/2014/main" id="{9E671865-A0E2-61E1-39F6-FACA901E6FA7}"/>
              </a:ext>
            </a:extLst>
          </p:cNvPr>
          <p:cNvSpPr>
            <a:spLocks/>
          </p:cNvSpPr>
          <p:nvPr/>
        </p:nvSpPr>
        <p:spPr>
          <a:xfrm rot="16200000">
            <a:off x="-4432743" y="3495900"/>
            <a:ext cx="3265458" cy="3475588"/>
          </a:xfrm>
          <a:prstGeom prst="diagStripe">
            <a:avLst>
              <a:gd name="adj" fmla="val 69192"/>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624" name="テキスト ボックス 1623">
            <a:extLst>
              <a:ext uri="{FF2B5EF4-FFF2-40B4-BE49-F238E27FC236}">
                <a16:creationId xmlns:a16="http://schemas.microsoft.com/office/drawing/2014/main" id="{F29FC465-0430-FE81-E10A-A39A28EA74DA}"/>
              </a:ext>
            </a:extLst>
          </p:cNvPr>
          <p:cNvSpPr txBox="1"/>
          <p:nvPr/>
        </p:nvSpPr>
        <p:spPr>
          <a:xfrm>
            <a:off x="104775" y="407364"/>
            <a:ext cx="5314275" cy="707886"/>
          </a:xfrm>
          <a:prstGeom prst="rect">
            <a:avLst/>
          </a:prstGeom>
          <a:noFill/>
        </p:spPr>
        <p:txBody>
          <a:bodyPr wrap="none" rtlCol="0">
            <a:spAutoFit/>
          </a:bodyPr>
          <a:lstStyle/>
          <a:p>
            <a:r>
              <a:rPr lang="ja-JP" altLang="en-US" sz="4000" dirty="0">
                <a:solidFill>
                  <a:schemeClr val="bg2"/>
                </a:solidFill>
                <a:latin typeface="ＭＳ ゴシック" panose="020B0609070205080204" pitchFamily="49" charset="-128"/>
                <a:ea typeface="ＭＳ ゴシック" panose="020B0609070205080204" pitchFamily="49" charset="-128"/>
              </a:rPr>
              <a:t>電子回路組み立て部門</a:t>
            </a:r>
            <a:endParaRPr lang="en-US" altLang="ja-JP" sz="4000" dirty="0">
              <a:solidFill>
                <a:schemeClr val="bg2"/>
              </a:solidFill>
              <a:latin typeface="ＭＳ ゴシック" panose="020B0609070205080204" pitchFamily="49" charset="-128"/>
              <a:ea typeface="ＭＳ ゴシック" panose="020B0609070205080204" pitchFamily="49" charset="-128"/>
            </a:endParaRPr>
          </a:p>
        </p:txBody>
      </p:sp>
      <p:grpSp>
        <p:nvGrpSpPr>
          <p:cNvPr id="1845" name="グループ化 1844">
            <a:extLst>
              <a:ext uri="{FF2B5EF4-FFF2-40B4-BE49-F238E27FC236}">
                <a16:creationId xmlns:a16="http://schemas.microsoft.com/office/drawing/2014/main" id="{8DCA2087-91DB-CC5C-4227-CEEB042CF482}"/>
              </a:ext>
            </a:extLst>
          </p:cNvPr>
          <p:cNvGrpSpPr/>
          <p:nvPr/>
        </p:nvGrpSpPr>
        <p:grpSpPr>
          <a:xfrm>
            <a:off x="0" y="1044022"/>
            <a:ext cx="2285451" cy="2651123"/>
            <a:chOff x="1608047" y="1675845"/>
            <a:chExt cx="2285451" cy="2651123"/>
          </a:xfrm>
        </p:grpSpPr>
        <p:sp>
          <p:nvSpPr>
            <p:cNvPr id="1734" name="六角形 1733">
              <a:extLst>
                <a:ext uri="{FF2B5EF4-FFF2-40B4-BE49-F238E27FC236}">
                  <a16:creationId xmlns:a16="http://schemas.microsoft.com/office/drawing/2014/main" id="{2AC04455-52D7-8260-89EB-61F0ED29C1B0}"/>
                </a:ext>
              </a:extLst>
            </p:cNvPr>
            <p:cNvSpPr>
              <a:spLocks noChangeAspect="1"/>
            </p:cNvSpPr>
            <p:nvPr/>
          </p:nvSpPr>
          <p:spPr>
            <a:xfrm rot="5400000">
              <a:off x="1425211" y="1858681"/>
              <a:ext cx="2651123" cy="2285451"/>
            </a:xfrm>
            <a:prstGeom prst="hexagon">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1844" name="グループ化 1843">
              <a:extLst>
                <a:ext uri="{FF2B5EF4-FFF2-40B4-BE49-F238E27FC236}">
                  <a16:creationId xmlns:a16="http://schemas.microsoft.com/office/drawing/2014/main" id="{548725F9-4175-D964-8A3F-1674B4077583}"/>
                </a:ext>
              </a:extLst>
            </p:cNvPr>
            <p:cNvGrpSpPr/>
            <p:nvPr/>
          </p:nvGrpSpPr>
          <p:grpSpPr>
            <a:xfrm>
              <a:off x="2023713" y="2268207"/>
              <a:ext cx="1454118" cy="1454118"/>
              <a:chOff x="2047047" y="2274347"/>
              <a:chExt cx="1454118" cy="1454118"/>
            </a:xfrm>
          </p:grpSpPr>
          <p:grpSp>
            <p:nvGrpSpPr>
              <p:cNvPr id="1842" name="グループ化 1841">
                <a:extLst>
                  <a:ext uri="{FF2B5EF4-FFF2-40B4-BE49-F238E27FC236}">
                    <a16:creationId xmlns:a16="http://schemas.microsoft.com/office/drawing/2014/main" id="{A3E91BED-5A74-1AD4-7E8A-8719780A41D8}"/>
                  </a:ext>
                </a:extLst>
              </p:cNvPr>
              <p:cNvGrpSpPr/>
              <p:nvPr/>
            </p:nvGrpSpPr>
            <p:grpSpPr>
              <a:xfrm>
                <a:off x="2047047" y="2274347"/>
                <a:ext cx="1454118" cy="1454118"/>
                <a:chOff x="2047047" y="2274347"/>
                <a:chExt cx="1454118" cy="1454118"/>
              </a:xfrm>
            </p:grpSpPr>
            <p:sp>
              <p:nvSpPr>
                <p:cNvPr id="1763" name="四角形: 角を丸くする 1762">
                  <a:extLst>
                    <a:ext uri="{FF2B5EF4-FFF2-40B4-BE49-F238E27FC236}">
                      <a16:creationId xmlns:a16="http://schemas.microsoft.com/office/drawing/2014/main" id="{367649CB-AA28-8DB4-0C1C-B9912F63FB07}"/>
                    </a:ext>
                  </a:extLst>
                </p:cNvPr>
                <p:cNvSpPr/>
                <p:nvPr/>
              </p:nvSpPr>
              <p:spPr>
                <a:xfrm>
                  <a:off x="2203555" y="2412146"/>
                  <a:ext cx="1132834" cy="1178519"/>
                </a:xfrm>
                <a:prstGeom prst="round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770" name="グループ化 1769">
                  <a:extLst>
                    <a:ext uri="{FF2B5EF4-FFF2-40B4-BE49-F238E27FC236}">
                      <a16:creationId xmlns:a16="http://schemas.microsoft.com/office/drawing/2014/main" id="{7753584C-906C-C3F7-F2A7-EBD870AA0B63}"/>
                    </a:ext>
                  </a:extLst>
                </p:cNvPr>
                <p:cNvGrpSpPr/>
                <p:nvPr/>
              </p:nvGrpSpPr>
              <p:grpSpPr>
                <a:xfrm>
                  <a:off x="2047047" y="2596827"/>
                  <a:ext cx="1454118" cy="800359"/>
                  <a:chOff x="2035854" y="2612701"/>
                  <a:chExt cx="1454118" cy="800359"/>
                </a:xfrm>
              </p:grpSpPr>
              <p:sp>
                <p:nvSpPr>
                  <p:cNvPr id="1764" name="四角形: 角を丸くする 1763">
                    <a:extLst>
                      <a:ext uri="{FF2B5EF4-FFF2-40B4-BE49-F238E27FC236}">
                        <a16:creationId xmlns:a16="http://schemas.microsoft.com/office/drawing/2014/main" id="{7D402C74-69DD-0C2E-828B-D70764657F06}"/>
                      </a:ext>
                    </a:extLst>
                  </p:cNvPr>
                  <p:cNvSpPr/>
                  <p:nvPr/>
                </p:nvSpPr>
                <p:spPr>
                  <a:xfrm>
                    <a:off x="2035854" y="2612701"/>
                    <a:ext cx="1440000" cy="72000"/>
                  </a:xfrm>
                  <a:prstGeom prst="round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67" name="四角形: 角を丸くする 1766">
                    <a:extLst>
                      <a:ext uri="{FF2B5EF4-FFF2-40B4-BE49-F238E27FC236}">
                        <a16:creationId xmlns:a16="http://schemas.microsoft.com/office/drawing/2014/main" id="{8FD7676A-DD2D-3622-321A-9F436151642C}"/>
                      </a:ext>
                    </a:extLst>
                  </p:cNvPr>
                  <p:cNvSpPr/>
                  <p:nvPr/>
                </p:nvSpPr>
                <p:spPr>
                  <a:xfrm>
                    <a:off x="2049972" y="3341060"/>
                    <a:ext cx="1440000" cy="72000"/>
                  </a:xfrm>
                  <a:prstGeom prst="round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771" name="グループ化 1770">
                  <a:extLst>
                    <a:ext uri="{FF2B5EF4-FFF2-40B4-BE49-F238E27FC236}">
                      <a16:creationId xmlns:a16="http://schemas.microsoft.com/office/drawing/2014/main" id="{F7BDEC0A-235E-B37B-8241-098BB90604C0}"/>
                    </a:ext>
                  </a:extLst>
                </p:cNvPr>
                <p:cNvGrpSpPr/>
                <p:nvPr/>
              </p:nvGrpSpPr>
              <p:grpSpPr>
                <a:xfrm rot="5400000">
                  <a:off x="2039987" y="2601226"/>
                  <a:ext cx="1454118" cy="800359"/>
                  <a:chOff x="2035854" y="2612701"/>
                  <a:chExt cx="1454118" cy="800359"/>
                </a:xfrm>
              </p:grpSpPr>
              <p:sp>
                <p:nvSpPr>
                  <p:cNvPr id="1772" name="四角形: 角を丸くする 1771">
                    <a:extLst>
                      <a:ext uri="{FF2B5EF4-FFF2-40B4-BE49-F238E27FC236}">
                        <a16:creationId xmlns:a16="http://schemas.microsoft.com/office/drawing/2014/main" id="{69B9D0E2-745D-5F58-C48B-740056AA392D}"/>
                      </a:ext>
                    </a:extLst>
                  </p:cNvPr>
                  <p:cNvSpPr/>
                  <p:nvPr/>
                </p:nvSpPr>
                <p:spPr>
                  <a:xfrm>
                    <a:off x="2035854" y="2612701"/>
                    <a:ext cx="1440000" cy="72000"/>
                  </a:xfrm>
                  <a:prstGeom prst="round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73" name="四角形: 角を丸くする 1772">
                    <a:extLst>
                      <a:ext uri="{FF2B5EF4-FFF2-40B4-BE49-F238E27FC236}">
                        <a16:creationId xmlns:a16="http://schemas.microsoft.com/office/drawing/2014/main" id="{526318A8-845B-054A-6CA8-A623E29FEF39}"/>
                      </a:ext>
                    </a:extLst>
                  </p:cNvPr>
                  <p:cNvSpPr/>
                  <p:nvPr/>
                </p:nvSpPr>
                <p:spPr>
                  <a:xfrm>
                    <a:off x="2049972" y="3341060"/>
                    <a:ext cx="1440000" cy="72000"/>
                  </a:xfrm>
                  <a:prstGeom prst="round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1843" name="グループ化 1842">
                <a:extLst>
                  <a:ext uri="{FF2B5EF4-FFF2-40B4-BE49-F238E27FC236}">
                    <a16:creationId xmlns:a16="http://schemas.microsoft.com/office/drawing/2014/main" id="{02DFE0D2-67FA-F174-0B47-5062218D7829}"/>
                  </a:ext>
                </a:extLst>
              </p:cNvPr>
              <p:cNvGrpSpPr/>
              <p:nvPr/>
            </p:nvGrpSpPr>
            <p:grpSpPr>
              <a:xfrm>
                <a:off x="2252503" y="2459958"/>
                <a:ext cx="1040320" cy="1113762"/>
                <a:chOff x="2252503" y="2459958"/>
                <a:chExt cx="1040320" cy="1113762"/>
              </a:xfrm>
            </p:grpSpPr>
            <p:grpSp>
              <p:nvGrpSpPr>
                <p:cNvPr id="1840" name="グループ化 1839">
                  <a:extLst>
                    <a:ext uri="{FF2B5EF4-FFF2-40B4-BE49-F238E27FC236}">
                      <a16:creationId xmlns:a16="http://schemas.microsoft.com/office/drawing/2014/main" id="{AFFD1CBD-4161-8EAF-89D4-4DF9DBA5B63C}"/>
                    </a:ext>
                  </a:extLst>
                </p:cNvPr>
                <p:cNvGrpSpPr/>
                <p:nvPr/>
              </p:nvGrpSpPr>
              <p:grpSpPr>
                <a:xfrm>
                  <a:off x="2379937" y="2469409"/>
                  <a:ext cx="222128" cy="383075"/>
                  <a:chOff x="2379937" y="2469409"/>
                  <a:chExt cx="222128" cy="383075"/>
                </a:xfrm>
              </p:grpSpPr>
              <p:cxnSp>
                <p:nvCxnSpPr>
                  <p:cNvPr id="1775" name="コネクタ: カギ線 1774">
                    <a:extLst>
                      <a:ext uri="{FF2B5EF4-FFF2-40B4-BE49-F238E27FC236}">
                        <a16:creationId xmlns:a16="http://schemas.microsoft.com/office/drawing/2014/main" id="{E261C1D4-ED5E-23C6-38C0-48C4CE17497F}"/>
                      </a:ext>
                    </a:extLst>
                  </p:cNvPr>
                  <p:cNvCxnSpPr>
                    <a:cxnSpLocks/>
                  </p:cNvCxnSpPr>
                  <p:nvPr/>
                </p:nvCxnSpPr>
                <p:spPr>
                  <a:xfrm rot="16200000" flipH="1">
                    <a:off x="2309204" y="2574350"/>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798" name="楕円 1797">
                    <a:extLst>
                      <a:ext uri="{FF2B5EF4-FFF2-40B4-BE49-F238E27FC236}">
                        <a16:creationId xmlns:a16="http://schemas.microsoft.com/office/drawing/2014/main" id="{701BC3F0-9E16-8F15-366B-BD8C0FFF8C08}"/>
                      </a:ext>
                    </a:extLst>
                  </p:cNvPr>
                  <p:cNvSpPr>
                    <a:spLocks noChangeAspect="1"/>
                  </p:cNvSpPr>
                  <p:nvPr/>
                </p:nvSpPr>
                <p:spPr>
                  <a:xfrm>
                    <a:off x="2379937" y="2469409"/>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799" name="楕円 1798">
                    <a:extLst>
                      <a:ext uri="{FF2B5EF4-FFF2-40B4-BE49-F238E27FC236}">
                        <a16:creationId xmlns:a16="http://schemas.microsoft.com/office/drawing/2014/main" id="{F8A908D3-2C34-7501-520A-30A2122700EC}"/>
                      </a:ext>
                    </a:extLst>
                  </p:cNvPr>
                  <p:cNvSpPr>
                    <a:spLocks noChangeAspect="1"/>
                  </p:cNvSpPr>
                  <p:nvPr/>
                </p:nvSpPr>
                <p:spPr>
                  <a:xfrm>
                    <a:off x="2566065" y="2816484"/>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39" name="グループ化 1838">
                  <a:extLst>
                    <a:ext uri="{FF2B5EF4-FFF2-40B4-BE49-F238E27FC236}">
                      <a16:creationId xmlns:a16="http://schemas.microsoft.com/office/drawing/2014/main" id="{F5B61C9C-3349-FF93-35D4-838102B2688E}"/>
                    </a:ext>
                  </a:extLst>
                </p:cNvPr>
                <p:cNvGrpSpPr/>
                <p:nvPr/>
              </p:nvGrpSpPr>
              <p:grpSpPr>
                <a:xfrm>
                  <a:off x="2321591" y="2723872"/>
                  <a:ext cx="216104" cy="387559"/>
                  <a:chOff x="2321591" y="2723872"/>
                  <a:chExt cx="216104" cy="387559"/>
                </a:xfrm>
              </p:grpSpPr>
              <p:cxnSp>
                <p:nvCxnSpPr>
                  <p:cNvPr id="1786" name="コネクタ: カギ線 1785">
                    <a:extLst>
                      <a:ext uri="{FF2B5EF4-FFF2-40B4-BE49-F238E27FC236}">
                        <a16:creationId xmlns:a16="http://schemas.microsoft.com/office/drawing/2014/main" id="{31E185B4-F462-5BB1-7643-301CC664A20D}"/>
                      </a:ext>
                    </a:extLst>
                  </p:cNvPr>
                  <p:cNvCxnSpPr>
                    <a:cxnSpLocks/>
                  </p:cNvCxnSpPr>
                  <p:nvPr/>
                </p:nvCxnSpPr>
                <p:spPr>
                  <a:xfrm rot="5400000">
                    <a:off x="2248970" y="2828287"/>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00" name="楕円 1799">
                    <a:extLst>
                      <a:ext uri="{FF2B5EF4-FFF2-40B4-BE49-F238E27FC236}">
                        <a16:creationId xmlns:a16="http://schemas.microsoft.com/office/drawing/2014/main" id="{29EF5498-925C-1750-8472-4650C7C43399}"/>
                      </a:ext>
                    </a:extLst>
                  </p:cNvPr>
                  <p:cNvSpPr>
                    <a:spLocks noChangeAspect="1"/>
                  </p:cNvSpPr>
                  <p:nvPr/>
                </p:nvSpPr>
                <p:spPr>
                  <a:xfrm>
                    <a:off x="2501695" y="2723872"/>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01" name="楕円 1800">
                    <a:extLst>
                      <a:ext uri="{FF2B5EF4-FFF2-40B4-BE49-F238E27FC236}">
                        <a16:creationId xmlns:a16="http://schemas.microsoft.com/office/drawing/2014/main" id="{7882C51D-1C38-9D21-9E82-307C3CDCE831}"/>
                      </a:ext>
                    </a:extLst>
                  </p:cNvPr>
                  <p:cNvSpPr>
                    <a:spLocks noChangeAspect="1"/>
                  </p:cNvSpPr>
                  <p:nvPr/>
                </p:nvSpPr>
                <p:spPr>
                  <a:xfrm>
                    <a:off x="2321591" y="3075431"/>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41" name="グループ化 1840">
                  <a:extLst>
                    <a:ext uri="{FF2B5EF4-FFF2-40B4-BE49-F238E27FC236}">
                      <a16:creationId xmlns:a16="http://schemas.microsoft.com/office/drawing/2014/main" id="{14EA1111-5078-8A84-9AAB-D8AF7F527348}"/>
                    </a:ext>
                  </a:extLst>
                </p:cNvPr>
                <p:cNvGrpSpPr/>
                <p:nvPr/>
              </p:nvGrpSpPr>
              <p:grpSpPr>
                <a:xfrm>
                  <a:off x="2434856" y="2800275"/>
                  <a:ext cx="381550" cy="214731"/>
                  <a:chOff x="2434856" y="2800275"/>
                  <a:chExt cx="381550" cy="214731"/>
                </a:xfrm>
              </p:grpSpPr>
              <p:cxnSp>
                <p:nvCxnSpPr>
                  <p:cNvPr id="1779" name="コネクタ: カギ線 1778">
                    <a:extLst>
                      <a:ext uri="{FF2B5EF4-FFF2-40B4-BE49-F238E27FC236}">
                        <a16:creationId xmlns:a16="http://schemas.microsoft.com/office/drawing/2014/main" id="{BCED0046-F3B0-B9F0-2824-21BA89B9ACDF}"/>
                      </a:ext>
                    </a:extLst>
                  </p:cNvPr>
                  <p:cNvCxnSpPr>
                    <a:cxnSpLocks/>
                  </p:cNvCxnSpPr>
                  <p:nvPr/>
                </p:nvCxnSpPr>
                <p:spPr>
                  <a:xfrm flipH="1">
                    <a:off x="2447615" y="2817457"/>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02" name="楕円 1801">
                    <a:extLst>
                      <a:ext uri="{FF2B5EF4-FFF2-40B4-BE49-F238E27FC236}">
                        <a16:creationId xmlns:a16="http://schemas.microsoft.com/office/drawing/2014/main" id="{A65AEB9D-EDC8-3148-87F3-694613F3B5BB}"/>
                      </a:ext>
                    </a:extLst>
                  </p:cNvPr>
                  <p:cNvSpPr>
                    <a:spLocks noChangeAspect="1"/>
                  </p:cNvSpPr>
                  <p:nvPr/>
                </p:nvSpPr>
                <p:spPr>
                  <a:xfrm>
                    <a:off x="2780406" y="2800275"/>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04" name="楕円 1803">
                    <a:extLst>
                      <a:ext uri="{FF2B5EF4-FFF2-40B4-BE49-F238E27FC236}">
                        <a16:creationId xmlns:a16="http://schemas.microsoft.com/office/drawing/2014/main" id="{A0C756F1-EA7B-73CD-6755-53410FD11CCF}"/>
                      </a:ext>
                    </a:extLst>
                  </p:cNvPr>
                  <p:cNvSpPr>
                    <a:spLocks noChangeAspect="1"/>
                  </p:cNvSpPr>
                  <p:nvPr/>
                </p:nvSpPr>
                <p:spPr>
                  <a:xfrm>
                    <a:off x="2434856" y="2979006"/>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32" name="グループ化 1831">
                  <a:extLst>
                    <a:ext uri="{FF2B5EF4-FFF2-40B4-BE49-F238E27FC236}">
                      <a16:creationId xmlns:a16="http://schemas.microsoft.com/office/drawing/2014/main" id="{E7DE0998-3937-CCFA-78CE-AA066A1D0390}"/>
                    </a:ext>
                  </a:extLst>
                </p:cNvPr>
                <p:cNvGrpSpPr/>
                <p:nvPr/>
              </p:nvGrpSpPr>
              <p:grpSpPr>
                <a:xfrm>
                  <a:off x="2266453" y="3038520"/>
                  <a:ext cx="386317" cy="211710"/>
                  <a:chOff x="2266453" y="3038520"/>
                  <a:chExt cx="386317" cy="211710"/>
                </a:xfrm>
              </p:grpSpPr>
              <p:cxnSp>
                <p:nvCxnSpPr>
                  <p:cNvPr id="1784" name="コネクタ: カギ線 1783">
                    <a:extLst>
                      <a:ext uri="{FF2B5EF4-FFF2-40B4-BE49-F238E27FC236}">
                        <a16:creationId xmlns:a16="http://schemas.microsoft.com/office/drawing/2014/main" id="{744CAB52-74BA-EC77-4D92-C3914D45D07F}"/>
                      </a:ext>
                    </a:extLst>
                  </p:cNvPr>
                  <p:cNvCxnSpPr>
                    <a:cxnSpLocks/>
                  </p:cNvCxnSpPr>
                  <p:nvPr/>
                </p:nvCxnSpPr>
                <p:spPr>
                  <a:xfrm flipH="1">
                    <a:off x="2275007" y="3056087"/>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05" name="楕円 1804">
                    <a:extLst>
                      <a:ext uri="{FF2B5EF4-FFF2-40B4-BE49-F238E27FC236}">
                        <a16:creationId xmlns:a16="http://schemas.microsoft.com/office/drawing/2014/main" id="{4EB0EBFA-44AB-B2A9-235F-4B7436B6217D}"/>
                      </a:ext>
                    </a:extLst>
                  </p:cNvPr>
                  <p:cNvSpPr>
                    <a:spLocks noChangeAspect="1"/>
                  </p:cNvSpPr>
                  <p:nvPr/>
                </p:nvSpPr>
                <p:spPr>
                  <a:xfrm>
                    <a:off x="2616770" y="3038520"/>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06" name="楕円 1805">
                    <a:extLst>
                      <a:ext uri="{FF2B5EF4-FFF2-40B4-BE49-F238E27FC236}">
                        <a16:creationId xmlns:a16="http://schemas.microsoft.com/office/drawing/2014/main" id="{7E953EAE-65C8-EA21-38F3-00CBEBC54EEA}"/>
                      </a:ext>
                    </a:extLst>
                  </p:cNvPr>
                  <p:cNvSpPr>
                    <a:spLocks noChangeAspect="1"/>
                  </p:cNvSpPr>
                  <p:nvPr/>
                </p:nvSpPr>
                <p:spPr>
                  <a:xfrm>
                    <a:off x="2266453" y="3214230"/>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33" name="グループ化 1832">
                  <a:extLst>
                    <a:ext uri="{FF2B5EF4-FFF2-40B4-BE49-F238E27FC236}">
                      <a16:creationId xmlns:a16="http://schemas.microsoft.com/office/drawing/2014/main" id="{36320280-A693-4E5C-BDB6-07B95B7A9BB0}"/>
                    </a:ext>
                  </a:extLst>
                </p:cNvPr>
                <p:cNvGrpSpPr/>
                <p:nvPr/>
              </p:nvGrpSpPr>
              <p:grpSpPr>
                <a:xfrm>
                  <a:off x="2484438" y="2951203"/>
                  <a:ext cx="394651" cy="213342"/>
                  <a:chOff x="2484438" y="2951203"/>
                  <a:chExt cx="394651" cy="213342"/>
                </a:xfrm>
              </p:grpSpPr>
              <p:cxnSp>
                <p:nvCxnSpPr>
                  <p:cNvPr id="1788" name="コネクタ: カギ線 1787">
                    <a:extLst>
                      <a:ext uri="{FF2B5EF4-FFF2-40B4-BE49-F238E27FC236}">
                        <a16:creationId xmlns:a16="http://schemas.microsoft.com/office/drawing/2014/main" id="{72D31036-D1E1-61C8-5E86-03EDBCD23F08}"/>
                      </a:ext>
                    </a:extLst>
                  </p:cNvPr>
                  <p:cNvCxnSpPr>
                    <a:cxnSpLocks/>
                  </p:cNvCxnSpPr>
                  <p:nvPr/>
                </p:nvCxnSpPr>
                <p:spPr>
                  <a:xfrm flipH="1">
                    <a:off x="2500684" y="2965114"/>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09" name="楕円 1808">
                    <a:extLst>
                      <a:ext uri="{FF2B5EF4-FFF2-40B4-BE49-F238E27FC236}">
                        <a16:creationId xmlns:a16="http://schemas.microsoft.com/office/drawing/2014/main" id="{02223AB8-99A7-6273-3B06-08F5ED625E25}"/>
                      </a:ext>
                    </a:extLst>
                  </p:cNvPr>
                  <p:cNvSpPr>
                    <a:spLocks noChangeAspect="1"/>
                  </p:cNvSpPr>
                  <p:nvPr/>
                </p:nvSpPr>
                <p:spPr>
                  <a:xfrm>
                    <a:off x="2484438" y="3128545"/>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10" name="楕円 1809">
                    <a:extLst>
                      <a:ext uri="{FF2B5EF4-FFF2-40B4-BE49-F238E27FC236}">
                        <a16:creationId xmlns:a16="http://schemas.microsoft.com/office/drawing/2014/main" id="{5DC82022-EFCB-17A1-5B6A-26AC0AA99589}"/>
                      </a:ext>
                    </a:extLst>
                  </p:cNvPr>
                  <p:cNvSpPr>
                    <a:spLocks noChangeAspect="1"/>
                  </p:cNvSpPr>
                  <p:nvPr/>
                </p:nvSpPr>
                <p:spPr>
                  <a:xfrm>
                    <a:off x="2843089" y="2951203"/>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34" name="グループ化 1833">
                  <a:extLst>
                    <a:ext uri="{FF2B5EF4-FFF2-40B4-BE49-F238E27FC236}">
                      <a16:creationId xmlns:a16="http://schemas.microsoft.com/office/drawing/2014/main" id="{0B4AB572-D920-2914-371A-31BE6B04C708}"/>
                    </a:ext>
                  </a:extLst>
                </p:cNvPr>
                <p:cNvGrpSpPr/>
                <p:nvPr/>
              </p:nvGrpSpPr>
              <p:grpSpPr>
                <a:xfrm>
                  <a:off x="2717949" y="3006457"/>
                  <a:ext cx="386163" cy="217860"/>
                  <a:chOff x="2717949" y="3006457"/>
                  <a:chExt cx="386163" cy="217860"/>
                </a:xfrm>
              </p:grpSpPr>
              <p:cxnSp>
                <p:nvCxnSpPr>
                  <p:cNvPr id="1790" name="コネクタ: カギ線 1789">
                    <a:extLst>
                      <a:ext uri="{FF2B5EF4-FFF2-40B4-BE49-F238E27FC236}">
                        <a16:creationId xmlns:a16="http://schemas.microsoft.com/office/drawing/2014/main" id="{C67E2F90-3F68-78C7-73B8-7013E144F931}"/>
                      </a:ext>
                    </a:extLst>
                  </p:cNvPr>
                  <p:cNvCxnSpPr>
                    <a:cxnSpLocks/>
                  </p:cNvCxnSpPr>
                  <p:nvPr/>
                </p:nvCxnSpPr>
                <p:spPr>
                  <a:xfrm>
                    <a:off x="2729870" y="3024977"/>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11" name="楕円 1810">
                    <a:extLst>
                      <a:ext uri="{FF2B5EF4-FFF2-40B4-BE49-F238E27FC236}">
                        <a16:creationId xmlns:a16="http://schemas.microsoft.com/office/drawing/2014/main" id="{AE69FFB0-AE66-B181-D34D-9DC9F424BF4A}"/>
                      </a:ext>
                    </a:extLst>
                  </p:cNvPr>
                  <p:cNvSpPr>
                    <a:spLocks noChangeAspect="1"/>
                  </p:cNvSpPr>
                  <p:nvPr/>
                </p:nvSpPr>
                <p:spPr>
                  <a:xfrm>
                    <a:off x="2717949" y="3006457"/>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12" name="楕円 1811">
                    <a:extLst>
                      <a:ext uri="{FF2B5EF4-FFF2-40B4-BE49-F238E27FC236}">
                        <a16:creationId xmlns:a16="http://schemas.microsoft.com/office/drawing/2014/main" id="{D5250840-CBD5-569B-9B8E-45FDAFCA88DE}"/>
                      </a:ext>
                    </a:extLst>
                  </p:cNvPr>
                  <p:cNvSpPr>
                    <a:spLocks noChangeAspect="1"/>
                  </p:cNvSpPr>
                  <p:nvPr/>
                </p:nvSpPr>
                <p:spPr>
                  <a:xfrm>
                    <a:off x="3068112" y="3188317"/>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37" name="グループ化 1836">
                  <a:extLst>
                    <a:ext uri="{FF2B5EF4-FFF2-40B4-BE49-F238E27FC236}">
                      <a16:creationId xmlns:a16="http://schemas.microsoft.com/office/drawing/2014/main" id="{BC28204E-4E96-021B-EADF-3DD55656F0E3}"/>
                    </a:ext>
                  </a:extLst>
                </p:cNvPr>
                <p:cNvGrpSpPr/>
                <p:nvPr/>
              </p:nvGrpSpPr>
              <p:grpSpPr>
                <a:xfrm>
                  <a:off x="2918955" y="2459958"/>
                  <a:ext cx="214616" cy="381429"/>
                  <a:chOff x="2918955" y="2459958"/>
                  <a:chExt cx="214616" cy="381429"/>
                </a:xfrm>
              </p:grpSpPr>
              <p:cxnSp>
                <p:nvCxnSpPr>
                  <p:cNvPr id="1797" name="コネクタ: カギ線 1796">
                    <a:extLst>
                      <a:ext uri="{FF2B5EF4-FFF2-40B4-BE49-F238E27FC236}">
                        <a16:creationId xmlns:a16="http://schemas.microsoft.com/office/drawing/2014/main" id="{A03FFB0A-CCBA-00F4-BE69-EAE3BE40298A}"/>
                      </a:ext>
                    </a:extLst>
                  </p:cNvPr>
                  <p:cNvCxnSpPr>
                    <a:cxnSpLocks/>
                  </p:cNvCxnSpPr>
                  <p:nvPr/>
                </p:nvCxnSpPr>
                <p:spPr>
                  <a:xfrm rot="5400000">
                    <a:off x="2846327" y="2561865"/>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15" name="楕円 1814">
                    <a:extLst>
                      <a:ext uri="{FF2B5EF4-FFF2-40B4-BE49-F238E27FC236}">
                        <a16:creationId xmlns:a16="http://schemas.microsoft.com/office/drawing/2014/main" id="{EC757482-6744-24D6-C71A-9BE1D78218A6}"/>
                      </a:ext>
                    </a:extLst>
                  </p:cNvPr>
                  <p:cNvSpPr>
                    <a:spLocks noChangeAspect="1"/>
                  </p:cNvSpPr>
                  <p:nvPr/>
                </p:nvSpPr>
                <p:spPr>
                  <a:xfrm>
                    <a:off x="2918955" y="2805387"/>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16" name="楕円 1815">
                    <a:extLst>
                      <a:ext uri="{FF2B5EF4-FFF2-40B4-BE49-F238E27FC236}">
                        <a16:creationId xmlns:a16="http://schemas.microsoft.com/office/drawing/2014/main" id="{8A1333F5-C7AA-6FE8-94A3-7ADD570C1FB4}"/>
                      </a:ext>
                    </a:extLst>
                  </p:cNvPr>
                  <p:cNvSpPr>
                    <a:spLocks noChangeAspect="1"/>
                  </p:cNvSpPr>
                  <p:nvPr/>
                </p:nvSpPr>
                <p:spPr>
                  <a:xfrm>
                    <a:off x="3097571" y="2459958"/>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36" name="グループ化 1835">
                  <a:extLst>
                    <a:ext uri="{FF2B5EF4-FFF2-40B4-BE49-F238E27FC236}">
                      <a16:creationId xmlns:a16="http://schemas.microsoft.com/office/drawing/2014/main" id="{F81F5B8B-6E20-9293-1067-68C87DCCF17B}"/>
                    </a:ext>
                  </a:extLst>
                </p:cNvPr>
                <p:cNvGrpSpPr/>
                <p:nvPr/>
              </p:nvGrpSpPr>
              <p:grpSpPr>
                <a:xfrm>
                  <a:off x="2679531" y="2547672"/>
                  <a:ext cx="560294" cy="381514"/>
                  <a:chOff x="2679531" y="2547672"/>
                  <a:chExt cx="560294" cy="381514"/>
                </a:xfrm>
              </p:grpSpPr>
              <p:cxnSp>
                <p:nvCxnSpPr>
                  <p:cNvPr id="1782" name="コネクタ: カギ線 1781">
                    <a:extLst>
                      <a:ext uri="{FF2B5EF4-FFF2-40B4-BE49-F238E27FC236}">
                        <a16:creationId xmlns:a16="http://schemas.microsoft.com/office/drawing/2014/main" id="{16234A24-758E-796E-95CD-94C8AB431A3F}"/>
                      </a:ext>
                    </a:extLst>
                  </p:cNvPr>
                  <p:cNvCxnSpPr>
                    <a:cxnSpLocks/>
                  </p:cNvCxnSpPr>
                  <p:nvPr/>
                </p:nvCxnSpPr>
                <p:spPr>
                  <a:xfrm rot="5400000">
                    <a:off x="2952516" y="2659186"/>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cxnSp>
                <p:nvCxnSpPr>
                  <p:cNvPr id="1783" name="コネクタ: カギ線 1782">
                    <a:extLst>
                      <a:ext uri="{FF2B5EF4-FFF2-40B4-BE49-F238E27FC236}">
                        <a16:creationId xmlns:a16="http://schemas.microsoft.com/office/drawing/2014/main" id="{F8022671-2C63-783B-91C1-EE265A386E74}"/>
                      </a:ext>
                    </a:extLst>
                  </p:cNvPr>
                  <p:cNvCxnSpPr>
                    <a:cxnSpLocks/>
                  </p:cNvCxnSpPr>
                  <p:nvPr/>
                </p:nvCxnSpPr>
                <p:spPr>
                  <a:xfrm>
                    <a:off x="2688051" y="2741727"/>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03" name="楕円 1802">
                    <a:extLst>
                      <a:ext uri="{FF2B5EF4-FFF2-40B4-BE49-F238E27FC236}">
                        <a16:creationId xmlns:a16="http://schemas.microsoft.com/office/drawing/2014/main" id="{67CEE045-855A-4F9B-ECB3-E1502C0DA0E5}"/>
                      </a:ext>
                    </a:extLst>
                  </p:cNvPr>
                  <p:cNvSpPr>
                    <a:spLocks noChangeAspect="1"/>
                  </p:cNvSpPr>
                  <p:nvPr/>
                </p:nvSpPr>
                <p:spPr>
                  <a:xfrm>
                    <a:off x="2679531" y="2724655"/>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17" name="楕円 1816">
                    <a:extLst>
                      <a:ext uri="{FF2B5EF4-FFF2-40B4-BE49-F238E27FC236}">
                        <a16:creationId xmlns:a16="http://schemas.microsoft.com/office/drawing/2014/main" id="{0222256C-B353-DD0D-F534-746D07481B47}"/>
                      </a:ext>
                    </a:extLst>
                  </p:cNvPr>
                  <p:cNvSpPr>
                    <a:spLocks noChangeAspect="1"/>
                  </p:cNvSpPr>
                  <p:nvPr/>
                </p:nvSpPr>
                <p:spPr>
                  <a:xfrm>
                    <a:off x="3203825" y="2547672"/>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28" name="グループ化 1827">
                  <a:extLst>
                    <a:ext uri="{FF2B5EF4-FFF2-40B4-BE49-F238E27FC236}">
                      <a16:creationId xmlns:a16="http://schemas.microsoft.com/office/drawing/2014/main" id="{0996B17D-EAD1-2A4D-A9EF-6BECDD43CF36}"/>
                    </a:ext>
                  </a:extLst>
                </p:cNvPr>
                <p:cNvGrpSpPr/>
                <p:nvPr/>
              </p:nvGrpSpPr>
              <p:grpSpPr>
                <a:xfrm>
                  <a:off x="2556695" y="3263799"/>
                  <a:ext cx="378012" cy="212217"/>
                  <a:chOff x="2556695" y="3263799"/>
                  <a:chExt cx="378012" cy="212217"/>
                </a:xfrm>
              </p:grpSpPr>
              <p:cxnSp>
                <p:nvCxnSpPr>
                  <p:cNvPr id="1787" name="コネクタ: カギ線 1786">
                    <a:extLst>
                      <a:ext uri="{FF2B5EF4-FFF2-40B4-BE49-F238E27FC236}">
                        <a16:creationId xmlns:a16="http://schemas.microsoft.com/office/drawing/2014/main" id="{61DBC523-E843-F38A-D79E-325841BF3587}"/>
                      </a:ext>
                    </a:extLst>
                  </p:cNvPr>
                  <p:cNvCxnSpPr>
                    <a:cxnSpLocks/>
                  </p:cNvCxnSpPr>
                  <p:nvPr/>
                </p:nvCxnSpPr>
                <p:spPr>
                  <a:xfrm>
                    <a:off x="2556705" y="3279474"/>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19" name="楕円 1818">
                    <a:extLst>
                      <a:ext uri="{FF2B5EF4-FFF2-40B4-BE49-F238E27FC236}">
                        <a16:creationId xmlns:a16="http://schemas.microsoft.com/office/drawing/2014/main" id="{C219BF04-D5B4-D2E7-1E09-453649D062A9}"/>
                      </a:ext>
                    </a:extLst>
                  </p:cNvPr>
                  <p:cNvSpPr>
                    <a:spLocks noChangeAspect="1"/>
                  </p:cNvSpPr>
                  <p:nvPr/>
                </p:nvSpPr>
                <p:spPr>
                  <a:xfrm>
                    <a:off x="2898707" y="3440016"/>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20" name="楕円 1819">
                    <a:extLst>
                      <a:ext uri="{FF2B5EF4-FFF2-40B4-BE49-F238E27FC236}">
                        <a16:creationId xmlns:a16="http://schemas.microsoft.com/office/drawing/2014/main" id="{52833B50-2AB0-3F97-F7BD-E471540044AA}"/>
                      </a:ext>
                    </a:extLst>
                  </p:cNvPr>
                  <p:cNvSpPr>
                    <a:spLocks noChangeAspect="1"/>
                  </p:cNvSpPr>
                  <p:nvPr/>
                </p:nvSpPr>
                <p:spPr>
                  <a:xfrm>
                    <a:off x="2556695" y="3263799"/>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38" name="グループ化 1837">
                  <a:extLst>
                    <a:ext uri="{FF2B5EF4-FFF2-40B4-BE49-F238E27FC236}">
                      <a16:creationId xmlns:a16="http://schemas.microsoft.com/office/drawing/2014/main" id="{767ED811-6C64-62CA-7534-CDDEB6B198BC}"/>
                    </a:ext>
                  </a:extLst>
                </p:cNvPr>
                <p:cNvGrpSpPr/>
                <p:nvPr/>
              </p:nvGrpSpPr>
              <p:grpSpPr>
                <a:xfrm>
                  <a:off x="2252503" y="3290339"/>
                  <a:ext cx="394771" cy="214135"/>
                  <a:chOff x="2252503" y="3290339"/>
                  <a:chExt cx="394771" cy="214135"/>
                </a:xfrm>
              </p:grpSpPr>
              <p:cxnSp>
                <p:nvCxnSpPr>
                  <p:cNvPr id="1780" name="コネクタ: カギ線 1779">
                    <a:extLst>
                      <a:ext uri="{FF2B5EF4-FFF2-40B4-BE49-F238E27FC236}">
                        <a16:creationId xmlns:a16="http://schemas.microsoft.com/office/drawing/2014/main" id="{101EEBE2-7D91-D764-E651-BAAD1740466E}"/>
                      </a:ext>
                    </a:extLst>
                  </p:cNvPr>
                  <p:cNvCxnSpPr>
                    <a:cxnSpLocks/>
                  </p:cNvCxnSpPr>
                  <p:nvPr/>
                </p:nvCxnSpPr>
                <p:spPr>
                  <a:xfrm>
                    <a:off x="2270705" y="3307186"/>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07" name="楕円 1806">
                    <a:extLst>
                      <a:ext uri="{FF2B5EF4-FFF2-40B4-BE49-F238E27FC236}">
                        <a16:creationId xmlns:a16="http://schemas.microsoft.com/office/drawing/2014/main" id="{78F0BAFE-F592-95D5-DADC-DD0D25B505FA}"/>
                      </a:ext>
                    </a:extLst>
                  </p:cNvPr>
                  <p:cNvSpPr>
                    <a:spLocks noChangeAspect="1"/>
                  </p:cNvSpPr>
                  <p:nvPr/>
                </p:nvSpPr>
                <p:spPr>
                  <a:xfrm>
                    <a:off x="2252503" y="3290339"/>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18" name="楕円 1817">
                    <a:extLst>
                      <a:ext uri="{FF2B5EF4-FFF2-40B4-BE49-F238E27FC236}">
                        <a16:creationId xmlns:a16="http://schemas.microsoft.com/office/drawing/2014/main" id="{48B3A520-D851-C42B-326D-8F0A8C553765}"/>
                      </a:ext>
                    </a:extLst>
                  </p:cNvPr>
                  <p:cNvSpPr>
                    <a:spLocks noChangeAspect="1"/>
                  </p:cNvSpPr>
                  <p:nvPr/>
                </p:nvSpPr>
                <p:spPr>
                  <a:xfrm>
                    <a:off x="2611274" y="3468474"/>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29" name="グループ化 1828">
                  <a:extLst>
                    <a:ext uri="{FF2B5EF4-FFF2-40B4-BE49-F238E27FC236}">
                      <a16:creationId xmlns:a16="http://schemas.microsoft.com/office/drawing/2014/main" id="{A9702FD6-AE9F-F9F9-53E0-8378674A65C9}"/>
                    </a:ext>
                  </a:extLst>
                </p:cNvPr>
                <p:cNvGrpSpPr/>
                <p:nvPr/>
              </p:nvGrpSpPr>
              <p:grpSpPr>
                <a:xfrm>
                  <a:off x="2489204" y="3190829"/>
                  <a:ext cx="211493" cy="382891"/>
                  <a:chOff x="2489204" y="3190829"/>
                  <a:chExt cx="211493" cy="382891"/>
                </a:xfrm>
              </p:grpSpPr>
              <p:cxnSp>
                <p:nvCxnSpPr>
                  <p:cNvPr id="1785" name="コネクタ: カギ線 1784">
                    <a:extLst>
                      <a:ext uri="{FF2B5EF4-FFF2-40B4-BE49-F238E27FC236}">
                        <a16:creationId xmlns:a16="http://schemas.microsoft.com/office/drawing/2014/main" id="{44A652F3-F95F-C5DF-9C40-3230D935043F}"/>
                      </a:ext>
                    </a:extLst>
                  </p:cNvPr>
                  <p:cNvCxnSpPr>
                    <a:cxnSpLocks/>
                  </p:cNvCxnSpPr>
                  <p:nvPr/>
                </p:nvCxnSpPr>
                <p:spPr>
                  <a:xfrm rot="16200000" flipH="1">
                    <a:off x="2412695" y="3295449"/>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08" name="楕円 1807">
                    <a:extLst>
                      <a:ext uri="{FF2B5EF4-FFF2-40B4-BE49-F238E27FC236}">
                        <a16:creationId xmlns:a16="http://schemas.microsoft.com/office/drawing/2014/main" id="{97FB8B89-F84D-973C-0C12-5139A7B4072B}"/>
                      </a:ext>
                    </a:extLst>
                  </p:cNvPr>
                  <p:cNvSpPr>
                    <a:spLocks noChangeAspect="1"/>
                  </p:cNvSpPr>
                  <p:nvPr/>
                </p:nvSpPr>
                <p:spPr>
                  <a:xfrm>
                    <a:off x="2489204" y="3190829"/>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21" name="楕円 1820">
                    <a:extLst>
                      <a:ext uri="{FF2B5EF4-FFF2-40B4-BE49-F238E27FC236}">
                        <a16:creationId xmlns:a16="http://schemas.microsoft.com/office/drawing/2014/main" id="{5049EAD7-BD74-10C9-E6AE-7E5043C5B75A}"/>
                      </a:ext>
                    </a:extLst>
                  </p:cNvPr>
                  <p:cNvSpPr>
                    <a:spLocks noChangeAspect="1"/>
                  </p:cNvSpPr>
                  <p:nvPr/>
                </p:nvSpPr>
                <p:spPr>
                  <a:xfrm>
                    <a:off x="2664697" y="3537720"/>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26" name="グループ化 1825">
                  <a:extLst>
                    <a:ext uri="{FF2B5EF4-FFF2-40B4-BE49-F238E27FC236}">
                      <a16:creationId xmlns:a16="http://schemas.microsoft.com/office/drawing/2014/main" id="{CEAFB1A2-B512-34A1-6D1C-D4DF8C4D3E47}"/>
                    </a:ext>
                  </a:extLst>
                </p:cNvPr>
                <p:cNvGrpSpPr/>
                <p:nvPr/>
              </p:nvGrpSpPr>
              <p:grpSpPr>
                <a:xfrm>
                  <a:off x="2881072" y="3320318"/>
                  <a:ext cx="387311" cy="217020"/>
                  <a:chOff x="2881072" y="3320318"/>
                  <a:chExt cx="387311" cy="217020"/>
                </a:xfrm>
              </p:grpSpPr>
              <p:cxnSp>
                <p:nvCxnSpPr>
                  <p:cNvPr id="1792" name="コネクタ: カギ線 1791">
                    <a:extLst>
                      <a:ext uri="{FF2B5EF4-FFF2-40B4-BE49-F238E27FC236}">
                        <a16:creationId xmlns:a16="http://schemas.microsoft.com/office/drawing/2014/main" id="{469D18AF-F658-4651-4842-2E210A67E08D}"/>
                      </a:ext>
                    </a:extLst>
                  </p:cNvPr>
                  <p:cNvCxnSpPr>
                    <a:cxnSpLocks/>
                  </p:cNvCxnSpPr>
                  <p:nvPr/>
                </p:nvCxnSpPr>
                <p:spPr>
                  <a:xfrm flipH="1">
                    <a:off x="2893213" y="3339337"/>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22" name="楕円 1821">
                    <a:extLst>
                      <a:ext uri="{FF2B5EF4-FFF2-40B4-BE49-F238E27FC236}">
                        <a16:creationId xmlns:a16="http://schemas.microsoft.com/office/drawing/2014/main" id="{96B3D53A-FF04-E0EB-31CF-40F9AA9EA283}"/>
                      </a:ext>
                    </a:extLst>
                  </p:cNvPr>
                  <p:cNvSpPr>
                    <a:spLocks noChangeAspect="1"/>
                  </p:cNvSpPr>
                  <p:nvPr/>
                </p:nvSpPr>
                <p:spPr>
                  <a:xfrm>
                    <a:off x="2881072" y="3501338"/>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23" name="楕円 1822">
                    <a:extLst>
                      <a:ext uri="{FF2B5EF4-FFF2-40B4-BE49-F238E27FC236}">
                        <a16:creationId xmlns:a16="http://schemas.microsoft.com/office/drawing/2014/main" id="{D3DFE64F-F015-9016-39C5-8033BA537714}"/>
                      </a:ext>
                    </a:extLst>
                  </p:cNvPr>
                  <p:cNvSpPr>
                    <a:spLocks noChangeAspect="1"/>
                  </p:cNvSpPr>
                  <p:nvPr/>
                </p:nvSpPr>
                <p:spPr>
                  <a:xfrm>
                    <a:off x="3232383" y="3320318"/>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27" name="グループ化 1826">
                  <a:extLst>
                    <a:ext uri="{FF2B5EF4-FFF2-40B4-BE49-F238E27FC236}">
                      <a16:creationId xmlns:a16="http://schemas.microsoft.com/office/drawing/2014/main" id="{A577215C-EA85-D280-89B5-F3F50B01E3BB}"/>
                    </a:ext>
                  </a:extLst>
                </p:cNvPr>
                <p:cNvGrpSpPr/>
                <p:nvPr/>
              </p:nvGrpSpPr>
              <p:grpSpPr>
                <a:xfrm>
                  <a:off x="2947430" y="3064508"/>
                  <a:ext cx="216345" cy="382936"/>
                  <a:chOff x="2947430" y="3064508"/>
                  <a:chExt cx="216345" cy="382936"/>
                </a:xfrm>
              </p:grpSpPr>
              <p:cxnSp>
                <p:nvCxnSpPr>
                  <p:cNvPr id="1789" name="コネクタ: カギ線 1788">
                    <a:extLst>
                      <a:ext uri="{FF2B5EF4-FFF2-40B4-BE49-F238E27FC236}">
                        <a16:creationId xmlns:a16="http://schemas.microsoft.com/office/drawing/2014/main" id="{40C95133-470F-C8A2-3266-9653E349C75F}"/>
                      </a:ext>
                    </a:extLst>
                  </p:cNvPr>
                  <p:cNvCxnSpPr>
                    <a:cxnSpLocks/>
                  </p:cNvCxnSpPr>
                  <p:nvPr/>
                </p:nvCxnSpPr>
                <p:spPr>
                  <a:xfrm rot="5400000">
                    <a:off x="2872276" y="3170016"/>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14" name="楕円 1813">
                    <a:extLst>
                      <a:ext uri="{FF2B5EF4-FFF2-40B4-BE49-F238E27FC236}">
                        <a16:creationId xmlns:a16="http://schemas.microsoft.com/office/drawing/2014/main" id="{38976EAD-92A1-B7B6-1374-2084046B3CE6}"/>
                      </a:ext>
                    </a:extLst>
                  </p:cNvPr>
                  <p:cNvSpPr>
                    <a:spLocks noChangeAspect="1"/>
                  </p:cNvSpPr>
                  <p:nvPr/>
                </p:nvSpPr>
                <p:spPr>
                  <a:xfrm>
                    <a:off x="3127775" y="3064508"/>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24" name="楕円 1823">
                    <a:extLst>
                      <a:ext uri="{FF2B5EF4-FFF2-40B4-BE49-F238E27FC236}">
                        <a16:creationId xmlns:a16="http://schemas.microsoft.com/office/drawing/2014/main" id="{33F8BADB-B5F2-C3B4-A185-419FC3F62DED}"/>
                      </a:ext>
                    </a:extLst>
                  </p:cNvPr>
                  <p:cNvSpPr>
                    <a:spLocks noChangeAspect="1"/>
                  </p:cNvSpPr>
                  <p:nvPr/>
                </p:nvSpPr>
                <p:spPr>
                  <a:xfrm>
                    <a:off x="2947430" y="3411444"/>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835" name="グループ化 1834">
                  <a:extLst>
                    <a:ext uri="{FF2B5EF4-FFF2-40B4-BE49-F238E27FC236}">
                      <a16:creationId xmlns:a16="http://schemas.microsoft.com/office/drawing/2014/main" id="{EA3C06DC-60F0-94B1-3ABA-3D06C230D340}"/>
                    </a:ext>
                  </a:extLst>
                </p:cNvPr>
                <p:cNvGrpSpPr/>
                <p:nvPr/>
              </p:nvGrpSpPr>
              <p:grpSpPr>
                <a:xfrm>
                  <a:off x="3077497" y="2741872"/>
                  <a:ext cx="215326" cy="399410"/>
                  <a:chOff x="3077497" y="2741872"/>
                  <a:chExt cx="215326" cy="399410"/>
                </a:xfrm>
              </p:grpSpPr>
              <p:cxnSp>
                <p:nvCxnSpPr>
                  <p:cNvPr id="1793" name="コネクタ: カギ線 1792">
                    <a:extLst>
                      <a:ext uri="{FF2B5EF4-FFF2-40B4-BE49-F238E27FC236}">
                        <a16:creationId xmlns:a16="http://schemas.microsoft.com/office/drawing/2014/main" id="{B58F0DB2-8D1E-506F-B35C-C275325D0F73}"/>
                      </a:ext>
                    </a:extLst>
                  </p:cNvPr>
                  <p:cNvCxnSpPr>
                    <a:cxnSpLocks/>
                  </p:cNvCxnSpPr>
                  <p:nvPr/>
                </p:nvCxnSpPr>
                <p:spPr>
                  <a:xfrm rot="5400000">
                    <a:off x="3004821" y="2850245"/>
                    <a:ext cx="360000" cy="180000"/>
                  </a:xfrm>
                  <a:prstGeom prst="bentConnector3">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1813" name="楕円 1812">
                    <a:extLst>
                      <a:ext uri="{FF2B5EF4-FFF2-40B4-BE49-F238E27FC236}">
                        <a16:creationId xmlns:a16="http://schemas.microsoft.com/office/drawing/2014/main" id="{68E04F39-5491-3DCC-762D-E4B1F0B1F7D9}"/>
                      </a:ext>
                    </a:extLst>
                  </p:cNvPr>
                  <p:cNvSpPr>
                    <a:spLocks noChangeAspect="1"/>
                  </p:cNvSpPr>
                  <p:nvPr/>
                </p:nvSpPr>
                <p:spPr>
                  <a:xfrm>
                    <a:off x="3077497" y="3105282"/>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25" name="楕円 1824">
                    <a:extLst>
                      <a:ext uri="{FF2B5EF4-FFF2-40B4-BE49-F238E27FC236}">
                        <a16:creationId xmlns:a16="http://schemas.microsoft.com/office/drawing/2014/main" id="{2E930C05-79B7-2791-7B37-6C8FC2C50B2A}"/>
                      </a:ext>
                    </a:extLst>
                  </p:cNvPr>
                  <p:cNvSpPr>
                    <a:spLocks noChangeAspect="1"/>
                  </p:cNvSpPr>
                  <p:nvPr/>
                </p:nvSpPr>
                <p:spPr>
                  <a:xfrm>
                    <a:off x="3256823" y="2741872"/>
                    <a:ext cx="36000" cy="36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grpSp>
      </p:grpSp>
      <p:sp>
        <p:nvSpPr>
          <p:cNvPr id="15" name="テキスト ボックス 14">
            <a:extLst>
              <a:ext uri="{FF2B5EF4-FFF2-40B4-BE49-F238E27FC236}">
                <a16:creationId xmlns:a16="http://schemas.microsoft.com/office/drawing/2014/main" id="{4BA6B54B-1BC9-F5EF-0082-A436E05E386D}"/>
              </a:ext>
            </a:extLst>
          </p:cNvPr>
          <p:cNvSpPr txBox="1">
            <a:spLocks noGrp="1" noRot="1" noMove="1" noResize="1" noEditPoints="1" noAdjustHandles="1" noChangeArrowheads="1" noChangeShapeType="1"/>
          </p:cNvSpPr>
          <p:nvPr/>
        </p:nvSpPr>
        <p:spPr>
          <a:xfrm>
            <a:off x="6511348" y="252938"/>
            <a:ext cx="4269517" cy="1692771"/>
          </a:xfrm>
          <a:prstGeom prst="rect">
            <a:avLst/>
          </a:prstGeom>
          <a:noFill/>
        </p:spPr>
        <p:txBody>
          <a:bodyPr wrap="square" rtlCol="0">
            <a:spAutoFit/>
          </a:bodyPr>
          <a:lstStyle/>
          <a:p>
            <a:r>
              <a:rPr lang="ja-JP" altLang="en-US" sz="3200" dirty="0">
                <a:solidFill>
                  <a:srgbClr val="4925FF"/>
                </a:solidFill>
                <a:latin typeface="ＭＳ ゴシック" panose="020B0609070205080204" pitchFamily="49" charset="-128"/>
                <a:ea typeface="ＭＳ ゴシック" panose="020B0609070205080204" pitchFamily="49" charset="-128"/>
              </a:rPr>
              <a:t>・作図</a:t>
            </a:r>
            <a:endParaRPr lang="en-US" altLang="ja-JP" sz="3200" dirty="0">
              <a:solidFill>
                <a:srgbClr val="4925FF"/>
              </a:solidFill>
              <a:latin typeface="ＭＳ ゴシック" panose="020B0609070205080204" pitchFamily="49" charset="-128"/>
              <a:ea typeface="ＭＳ ゴシック" panose="020B0609070205080204" pitchFamily="49" charset="-128"/>
            </a:endParaRPr>
          </a:p>
          <a:p>
            <a:r>
              <a:rPr lang="ja-JP" altLang="en-US" sz="3200" dirty="0">
                <a:solidFill>
                  <a:srgbClr val="4925FF"/>
                </a:solidFill>
                <a:latin typeface="ＭＳ ゴシック" panose="020B0609070205080204" pitchFamily="49" charset="-128"/>
                <a:ea typeface="ＭＳ ゴシック" panose="020B0609070205080204" pitchFamily="49" charset="-128"/>
              </a:rPr>
              <a:t>・ハンダ作業</a:t>
            </a:r>
            <a:endParaRPr lang="en-US" altLang="ja-JP" sz="3200" dirty="0">
              <a:solidFill>
                <a:srgbClr val="4925FF"/>
              </a:solidFill>
              <a:latin typeface="ＭＳ ゴシック" panose="020B0609070205080204" pitchFamily="49" charset="-128"/>
              <a:ea typeface="ＭＳ ゴシック" panose="020B0609070205080204" pitchFamily="49" charset="-128"/>
            </a:endParaRPr>
          </a:p>
          <a:p>
            <a:r>
              <a:rPr lang="ja-JP" altLang="en-US" sz="4000" dirty="0">
                <a:solidFill>
                  <a:srgbClr val="17008C"/>
                </a:solidFill>
                <a:latin typeface="ＭＳ ゴシック" panose="020B0609070205080204" pitchFamily="49" charset="-128"/>
                <a:ea typeface="ＭＳ ゴシック" panose="020B0609070205080204" pitchFamily="49" charset="-128"/>
              </a:rPr>
              <a:t>・プログラミング</a:t>
            </a:r>
            <a:endParaRPr lang="en-US" altLang="ja-JP" sz="4000" dirty="0">
              <a:solidFill>
                <a:srgbClr val="17008C"/>
              </a:solidFill>
              <a:latin typeface="ＭＳ ゴシック" panose="020B0609070205080204" pitchFamily="49" charset="-128"/>
              <a:ea typeface="ＭＳ ゴシック" panose="020B0609070205080204" pitchFamily="49" charset="-128"/>
            </a:endParaRPr>
          </a:p>
        </p:txBody>
      </p:sp>
      <p:sp>
        <p:nvSpPr>
          <p:cNvPr id="2" name="テキスト ボックス 1">
            <a:extLst>
              <a:ext uri="{FF2B5EF4-FFF2-40B4-BE49-F238E27FC236}">
                <a16:creationId xmlns:a16="http://schemas.microsoft.com/office/drawing/2014/main" id="{E4892967-8DB2-5411-C0C1-696368C3CFFE}"/>
              </a:ext>
            </a:extLst>
          </p:cNvPr>
          <p:cNvSpPr txBox="1">
            <a:spLocks/>
          </p:cNvSpPr>
          <p:nvPr/>
        </p:nvSpPr>
        <p:spPr>
          <a:xfrm>
            <a:off x="6336000" y="1257416"/>
            <a:ext cx="441146" cy="707886"/>
          </a:xfrm>
          <a:prstGeom prst="rect">
            <a:avLst/>
          </a:prstGeom>
          <a:noFill/>
        </p:spPr>
        <p:txBody>
          <a:bodyPr wrap="none" rtlCol="0">
            <a:spAutoFit/>
          </a:bodyPr>
          <a:lstStyle/>
          <a:p>
            <a:r>
              <a:rPr lang="en-US" altLang="ja-JP" sz="4000" dirty="0">
                <a:solidFill>
                  <a:srgbClr val="17008C"/>
                </a:solidFill>
                <a:latin typeface="ＭＳ ゴシック" panose="020B0609070205080204" pitchFamily="49" charset="-128"/>
                <a:ea typeface="ＭＳ ゴシック" panose="020B0609070205080204" pitchFamily="49" charset="-128"/>
              </a:rPr>
              <a:t>&gt;</a:t>
            </a:r>
          </a:p>
        </p:txBody>
      </p:sp>
      <p:sp>
        <p:nvSpPr>
          <p:cNvPr id="13" name="テキスト ボックス 12">
            <a:extLst>
              <a:ext uri="{FF2B5EF4-FFF2-40B4-BE49-F238E27FC236}">
                <a16:creationId xmlns:a16="http://schemas.microsoft.com/office/drawing/2014/main" id="{B4C84E88-697A-1AE5-BBD2-0499BCB67901}"/>
              </a:ext>
            </a:extLst>
          </p:cNvPr>
          <p:cNvSpPr txBox="1">
            <a:spLocks/>
          </p:cNvSpPr>
          <p:nvPr/>
        </p:nvSpPr>
        <p:spPr>
          <a:xfrm>
            <a:off x="3515996" y="2032921"/>
            <a:ext cx="4288353" cy="584775"/>
          </a:xfrm>
          <a:prstGeom prst="rect">
            <a:avLst/>
          </a:prstGeom>
          <a:noFill/>
        </p:spPr>
        <p:txBody>
          <a:bodyPr wrap="none" rtlCol="0">
            <a:spAutoFit/>
          </a:bodyPr>
          <a:lstStyle/>
          <a:p>
            <a:r>
              <a:rPr lang="ja-JP" altLang="en-US" sz="3200" dirty="0">
                <a:solidFill>
                  <a:srgbClr val="17008C"/>
                </a:solidFill>
                <a:latin typeface="ＭＳ ゴシック" panose="020B0609070205080204" pitchFamily="49" charset="-128"/>
                <a:ea typeface="ＭＳ ゴシック" panose="020B0609070205080204" pitchFamily="49" charset="-128"/>
              </a:rPr>
              <a:t>使用アプリケーション</a:t>
            </a:r>
            <a:endParaRPr kumimoji="1" lang="ja-JP" altLang="en-US" sz="3200" dirty="0">
              <a:solidFill>
                <a:srgbClr val="17008C"/>
              </a:solidFill>
              <a:latin typeface="ＭＳ ゴシック" panose="020B0609070205080204" pitchFamily="49" charset="-128"/>
              <a:ea typeface="ＭＳ ゴシック" panose="020B0609070205080204" pitchFamily="49" charset="-128"/>
            </a:endParaRPr>
          </a:p>
        </p:txBody>
      </p:sp>
      <p:pic>
        <p:nvPicPr>
          <p:cNvPr id="6" name="図 5" descr="アイコン&#10;&#10;AI によって生成されたコンテンツは間違っている可能性があります。">
            <a:extLst>
              <a:ext uri="{FF2B5EF4-FFF2-40B4-BE49-F238E27FC236}">
                <a16:creationId xmlns:a16="http://schemas.microsoft.com/office/drawing/2014/main" id="{E391293F-74FD-8443-C22D-C5EBC6C2A62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10748" y="2661836"/>
            <a:ext cx="1316742" cy="1316742"/>
          </a:xfrm>
          <a:prstGeom prst="rect">
            <a:avLst/>
          </a:prstGeom>
        </p:spPr>
      </p:pic>
      <p:sp>
        <p:nvSpPr>
          <p:cNvPr id="7" name="テキスト ボックス 6">
            <a:extLst>
              <a:ext uri="{FF2B5EF4-FFF2-40B4-BE49-F238E27FC236}">
                <a16:creationId xmlns:a16="http://schemas.microsoft.com/office/drawing/2014/main" id="{96723B7D-BB85-95FC-B0D6-C9E19BC1C689}"/>
              </a:ext>
            </a:extLst>
          </p:cNvPr>
          <p:cNvSpPr txBox="1">
            <a:spLocks/>
          </p:cNvSpPr>
          <p:nvPr/>
        </p:nvSpPr>
        <p:spPr>
          <a:xfrm>
            <a:off x="4805202" y="2969780"/>
            <a:ext cx="2441694" cy="584775"/>
          </a:xfrm>
          <a:prstGeom prst="rect">
            <a:avLst/>
          </a:prstGeom>
          <a:noFill/>
        </p:spPr>
        <p:txBody>
          <a:bodyPr wrap="none" rtlCol="0">
            <a:spAutoFit/>
          </a:bodyPr>
          <a:lstStyle/>
          <a:p>
            <a:r>
              <a:rPr kumimoji="1" lang="en-US" altLang="ja-JP" sz="3200" dirty="0">
                <a:solidFill>
                  <a:srgbClr val="17008C"/>
                </a:solidFill>
                <a:latin typeface="ＭＳ ゴシック" panose="020B0609070205080204" pitchFamily="49" charset="-128"/>
                <a:ea typeface="ＭＳ ゴシック" panose="020B0609070205080204" pitchFamily="49" charset="-128"/>
              </a:rPr>
              <a:t>Arduino</a:t>
            </a:r>
            <a:r>
              <a:rPr kumimoji="1" lang="en-US" altLang="ja-JP" sz="3200" dirty="0">
                <a:solidFill>
                  <a:schemeClr val="accent4">
                    <a:lumMod val="50000"/>
                  </a:schemeClr>
                </a:solidFill>
                <a:latin typeface="ＭＳ ゴシック" panose="020B0609070205080204" pitchFamily="49" charset="-128"/>
                <a:ea typeface="ＭＳ ゴシック" panose="020B0609070205080204" pitchFamily="49" charset="-128"/>
              </a:rPr>
              <a:t> </a:t>
            </a:r>
            <a:r>
              <a:rPr kumimoji="1" lang="en-US" altLang="ja-JP" sz="3200" dirty="0">
                <a:solidFill>
                  <a:srgbClr val="17008C"/>
                </a:solidFill>
                <a:latin typeface="ＭＳ ゴシック" panose="020B0609070205080204" pitchFamily="49" charset="-128"/>
                <a:ea typeface="ＭＳ ゴシック" panose="020B0609070205080204" pitchFamily="49" charset="-128"/>
              </a:rPr>
              <a:t>IDE</a:t>
            </a:r>
            <a:endParaRPr kumimoji="1" lang="ja-JP" altLang="en-US" sz="3200" dirty="0">
              <a:solidFill>
                <a:srgbClr val="17008C"/>
              </a:solidFill>
              <a:latin typeface="ＭＳ ゴシック" panose="020B0609070205080204" pitchFamily="49" charset="-128"/>
              <a:ea typeface="ＭＳ ゴシック" panose="020B0609070205080204" pitchFamily="49" charset="-128"/>
            </a:endParaRPr>
          </a:p>
        </p:txBody>
      </p:sp>
      <p:pic>
        <p:nvPicPr>
          <p:cNvPr id="12" name="図 11" descr="テキスト&#10;&#10;AI によって生成されたコンテンツは間違っている可能性があります。">
            <a:extLst>
              <a:ext uri="{FF2B5EF4-FFF2-40B4-BE49-F238E27FC236}">
                <a16:creationId xmlns:a16="http://schemas.microsoft.com/office/drawing/2014/main" id="{556933D7-2F2D-7FFE-8EC1-7154F9066CC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922483" y="2128162"/>
            <a:ext cx="4269517" cy="4730314"/>
          </a:xfrm>
          <a:prstGeom prst="rect">
            <a:avLst/>
          </a:prstGeom>
        </p:spPr>
      </p:pic>
      <p:sp>
        <p:nvSpPr>
          <p:cNvPr id="8" name="テキスト ボックス 7">
            <a:extLst>
              <a:ext uri="{FF2B5EF4-FFF2-40B4-BE49-F238E27FC236}">
                <a16:creationId xmlns:a16="http://schemas.microsoft.com/office/drawing/2014/main" id="{FBFE4C71-E129-D41C-18C3-0ADAE33309D0}"/>
              </a:ext>
            </a:extLst>
          </p:cNvPr>
          <p:cNvSpPr txBox="1">
            <a:spLocks/>
          </p:cNvSpPr>
          <p:nvPr/>
        </p:nvSpPr>
        <p:spPr>
          <a:xfrm>
            <a:off x="-90309" y="-78840"/>
            <a:ext cx="6186309" cy="646331"/>
          </a:xfrm>
          <a:prstGeom prst="rect">
            <a:avLst/>
          </a:prstGeom>
          <a:noFill/>
        </p:spPr>
        <p:txBody>
          <a:bodyPr wrap="none" rtlCol="0">
            <a:spAutoFit/>
          </a:bodyPr>
          <a:lstStyle/>
          <a:p>
            <a:r>
              <a:rPr lang="ja-JP" altLang="en-US" sz="3600" u="sng" dirty="0">
                <a:solidFill>
                  <a:schemeClr val="bg2"/>
                </a:solidFill>
                <a:latin typeface="ＭＳ ゴシック" panose="020B0609070205080204" pitchFamily="49" charset="-128"/>
                <a:ea typeface="ＭＳ ゴシック" panose="020B0609070205080204" pitchFamily="49" charset="-128"/>
              </a:rPr>
              <a:t>ものづくりコンテストとは？</a:t>
            </a:r>
            <a:endParaRPr kumimoji="1" lang="ja-JP" altLang="en-US" sz="3600" u="sng" dirty="0">
              <a:solidFill>
                <a:schemeClr val="bg2"/>
              </a:solidFill>
              <a:latin typeface="ＭＳ ゴシック" panose="020B0609070205080204" pitchFamily="49" charset="-128"/>
              <a:ea typeface="ＭＳ ゴシック" panose="020B0609070205080204" pitchFamily="49" charset="-128"/>
            </a:endParaRPr>
          </a:p>
        </p:txBody>
      </p:sp>
    </p:spTree>
    <p:extLst>
      <p:ext uri="{BB962C8B-B14F-4D97-AF65-F5344CB8AC3E}">
        <p14:creationId xmlns:p14="http://schemas.microsoft.com/office/powerpoint/2010/main" val="189175184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advTm="20000">
        <p159:morph option="byObject"/>
      </p:transition>
    </mc:Choice>
    <mc:Fallback>
      <p:transition spd="slow" advTm="20000">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8209EB84-F430-5A6A-EE23-CC116F57E5C0}"/>
              </a:ext>
            </a:extLst>
          </p:cNvPr>
          <p:cNvSpPr/>
          <p:nvPr/>
        </p:nvSpPr>
        <p:spPr>
          <a:xfrm rot="1607759">
            <a:off x="-1115945" y="1178902"/>
            <a:ext cx="13077632" cy="6858000"/>
          </a:xfrm>
          <a:prstGeom prst="rect">
            <a:avLst/>
          </a:prstGeom>
          <a:solidFill>
            <a:srgbClr val="FFA700"/>
          </a:solidFill>
          <a:ln>
            <a:solidFill>
              <a:srgbClr val="FFA7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21" name="字幕 4">
            <a:extLst>
              <a:ext uri="{FF2B5EF4-FFF2-40B4-BE49-F238E27FC236}">
                <a16:creationId xmlns:a16="http://schemas.microsoft.com/office/drawing/2014/main" id="{6DDA14AA-0D6B-625C-5F94-0DD8E44C2A7E}"/>
              </a:ext>
            </a:extLst>
          </p:cNvPr>
          <p:cNvSpPr>
            <a:spLocks noGrp="1"/>
          </p:cNvSpPr>
          <p:nvPr>
            <p:ph type="subTitle" idx="1"/>
          </p:nvPr>
        </p:nvSpPr>
        <p:spPr>
          <a:xfrm>
            <a:off x="235117" y="3429000"/>
            <a:ext cx="10556708" cy="540714"/>
          </a:xfrm>
        </p:spPr>
        <p:txBody>
          <a:bodyPr>
            <a:noAutofit/>
          </a:bodyPr>
          <a:lstStyle/>
          <a:p>
            <a:r>
              <a:rPr lang="ja-JP" altLang="en-US" sz="5400" dirty="0">
                <a:solidFill>
                  <a:schemeClr val="bg2"/>
                </a:solidFill>
                <a:latin typeface="ＭＳ ゴシック" panose="020B0609070205080204" pitchFamily="49" charset="-128"/>
                <a:ea typeface="ＭＳ ゴシック" panose="020B0609070205080204" pitchFamily="49" charset="-128"/>
              </a:rPr>
              <a:t>ご清聴ありがとうございました。</a:t>
            </a:r>
            <a:endParaRPr lang="en-US" altLang="ja-JP" sz="5400" dirty="0">
              <a:solidFill>
                <a:schemeClr val="bg2"/>
              </a:solidFill>
              <a:latin typeface="ＭＳ ゴシック" panose="020B0609070205080204" pitchFamily="49" charset="-128"/>
              <a:ea typeface="ＭＳ ゴシック" panose="020B0609070205080204" pitchFamily="49" charset="-128"/>
            </a:endParaRPr>
          </a:p>
        </p:txBody>
      </p:sp>
    </p:spTree>
    <p:extLst>
      <p:ext uri="{BB962C8B-B14F-4D97-AF65-F5344CB8AC3E}">
        <p14:creationId xmlns:p14="http://schemas.microsoft.com/office/powerpoint/2010/main" val="180960506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advTm="10000">
        <p159:morph option="byObject"/>
      </p:transition>
    </mc:Choice>
    <mc:Fallback>
      <p:transition spd="slow" advTm="10000">
        <p:fade/>
      </p:transition>
    </mc:Fallback>
  </mc:AlternateContent>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bodyPr rtlCol="0" anchor="ctr"/>
      <a:lstStyle>
        <a:defPPr algn="ctr">
          <a:defRPr kumimoji="1"/>
        </a:defPPr>
      </a:lstStyle>
      <a:style>
        <a:lnRef idx="2">
          <a:schemeClr val="accent1">
            <a:shade val="15000"/>
          </a:schemeClr>
        </a:lnRef>
        <a:fillRef idx="1">
          <a:schemeClr val="accent1"/>
        </a:fillRef>
        <a:effectRef idx="0">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Ion</Template>
  <TotalTime>1183</TotalTime>
  <Words>365</Words>
  <Application>Microsoft Office PowerPoint</Application>
  <PresentationFormat>ワイド画面</PresentationFormat>
  <Paragraphs>52</Paragraphs>
  <Slides>7</Slides>
  <Notes>7</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7</vt:i4>
      </vt:variant>
    </vt:vector>
  </HeadingPairs>
  <TitlesOfParts>
    <vt:vector size="12" baseType="lpstr">
      <vt:lpstr>ＭＳ ゴシック</vt: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七海　翔太</dc:creator>
  <cp:lastModifiedBy>七海　翔太</cp:lastModifiedBy>
  <cp:revision>26</cp:revision>
  <dcterms:created xsi:type="dcterms:W3CDTF">2026-09-02T06:35:02Z</dcterms:created>
  <dcterms:modified xsi:type="dcterms:W3CDTF">2026-10-01T03:33:42Z</dcterms:modified>
</cp:coreProperties>
</file>